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59" r:id="rId6"/>
    <p:sldId id="262" r:id="rId7"/>
    <p:sldId id="263" r:id="rId8"/>
    <p:sldId id="267" r:id="rId9"/>
    <p:sldId id="260" r:id="rId10"/>
    <p:sldId id="266" r:id="rId11"/>
    <p:sldId id="268" r:id="rId12"/>
    <p:sldId id="265" r:id="rId13"/>
    <p:sldId id="269" r:id="rId14"/>
    <p:sldId id="264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AFF"/>
    <a:srgbClr val="94C0E8"/>
    <a:srgbClr val="215F9A"/>
    <a:srgbClr val="CEEB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9851B5-18BE-4371-9316-759AD2F1E615}" type="doc">
      <dgm:prSet loTypeId="urn:microsoft.com/office/officeart/2008/layout/RadialCluster" loCatId="relationship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7D1E1361-03DF-46D0-9812-F9460CDDA4BF}">
      <dgm:prSet phldrT="[文字]"/>
      <dgm:spPr>
        <a:solidFill>
          <a:srgbClr val="94C0E8">
            <a:alpha val="76863"/>
          </a:srgbClr>
        </a:solidFill>
        <a:ln w="76200">
          <a:solidFill>
            <a:schemeClr val="bg1"/>
          </a:solidFill>
        </a:ln>
      </dgm:spPr>
      <dgm:t>
        <a:bodyPr/>
        <a:lstStyle/>
        <a:p>
          <a:r>
            <a:rPr lang="zh-TW" altLang="en-US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虛擬</a:t>
          </a:r>
          <a:br>
            <a: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展會</a:t>
          </a:r>
        </a:p>
      </dgm:t>
    </dgm:pt>
    <dgm:pt modelId="{A3711051-CBEF-438E-9CAE-3FEBD9B799AF}" type="parTrans" cxnId="{8E56A406-CC88-4005-84C9-B052C3CE73F7}">
      <dgm:prSet/>
      <dgm:spPr/>
      <dgm:t>
        <a:bodyPr/>
        <a:lstStyle/>
        <a:p>
          <a:endParaRPr lang="zh-TW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E17CEB1-3ADA-452A-B37B-3EB53F0952C0}" type="sibTrans" cxnId="{8E56A406-CC88-4005-84C9-B052C3CE73F7}">
      <dgm:prSet/>
      <dgm:spPr/>
      <dgm:t>
        <a:bodyPr/>
        <a:lstStyle/>
        <a:p>
          <a:endParaRPr lang="zh-TW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DF53E42-A164-49DF-B3C0-7EA7EAD9558F}">
      <dgm:prSet phldrT="[文字]" custT="1"/>
      <dgm:spPr>
        <a:solidFill>
          <a:schemeClr val="bg1">
            <a:alpha val="76863"/>
          </a:schemeClr>
        </a:solidFill>
        <a:ln w="76200">
          <a:solidFill>
            <a:srgbClr val="215F9A"/>
          </a:solidFill>
        </a:ln>
      </dgm:spPr>
      <dgm:t>
        <a:bodyPr/>
        <a:lstStyle/>
        <a:p>
          <a:r>
            <a:rPr lang="zh-TW" altLang="en-US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科技</a:t>
          </a:r>
          <a:br>
            <a:rPr lang="en-US" altLang="zh-TW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發展</a:t>
          </a:r>
        </a:p>
      </dgm:t>
    </dgm:pt>
    <dgm:pt modelId="{782F560E-2EA5-4732-B43C-09373EBE19DF}" type="parTrans" cxnId="{E0E3CCAA-2F4D-4F7C-8837-E3F022B45D07}">
      <dgm:prSet/>
      <dgm:spPr/>
      <dgm:t>
        <a:bodyPr/>
        <a:lstStyle/>
        <a:p>
          <a:endParaRPr lang="zh-TW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22E5103-0956-48BA-A492-AF7ABC0BE43B}" type="sibTrans" cxnId="{E0E3CCAA-2F4D-4F7C-8837-E3F022B45D07}">
      <dgm:prSet/>
      <dgm:spPr/>
      <dgm:t>
        <a:bodyPr/>
        <a:lstStyle/>
        <a:p>
          <a:endParaRPr lang="zh-TW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B1D551B-45D8-4E4F-AAF5-1F5FF0E82A3D}">
      <dgm:prSet phldrT="[文字]" custT="1"/>
      <dgm:spPr>
        <a:solidFill>
          <a:schemeClr val="bg1">
            <a:alpha val="76863"/>
          </a:schemeClr>
        </a:solidFill>
        <a:ln w="76200">
          <a:solidFill>
            <a:srgbClr val="215F9A"/>
          </a:solidFill>
        </a:ln>
      </dgm:spPr>
      <dgm:t>
        <a:bodyPr/>
        <a:lstStyle/>
        <a:p>
          <a:r>
            <a:rPr lang="zh-TW" altLang="en-US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互動性</a:t>
          </a:r>
          <a:br>
            <a:rPr lang="en-US" altLang="zh-TW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不足</a:t>
          </a:r>
        </a:p>
      </dgm:t>
    </dgm:pt>
    <dgm:pt modelId="{6692BA66-2FEC-468F-85C8-737AE64E7E64}" type="parTrans" cxnId="{2220BBE3-15F5-444B-949A-432A4A32061F}">
      <dgm:prSet/>
      <dgm:spPr/>
      <dgm:t>
        <a:bodyPr/>
        <a:lstStyle/>
        <a:p>
          <a:endParaRPr lang="zh-TW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98533E0-58A5-40B9-B339-51E7ADA9224D}" type="sibTrans" cxnId="{2220BBE3-15F5-444B-949A-432A4A32061F}">
      <dgm:prSet/>
      <dgm:spPr/>
      <dgm:t>
        <a:bodyPr/>
        <a:lstStyle/>
        <a:p>
          <a:endParaRPr lang="zh-TW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530648E-CF22-4A74-BBFE-FD2FC4D8790E}">
      <dgm:prSet phldrT="[文字]" custT="1"/>
      <dgm:spPr>
        <a:solidFill>
          <a:schemeClr val="bg1">
            <a:alpha val="76863"/>
          </a:schemeClr>
        </a:solidFill>
        <a:ln w="76200">
          <a:solidFill>
            <a:srgbClr val="215F9A"/>
          </a:solidFill>
        </a:ln>
      </dgm:spPr>
      <dgm:t>
        <a:bodyPr/>
        <a:lstStyle/>
        <a:p>
          <a:r>
            <a:rPr lang="zh-TW" altLang="en-US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成本</a:t>
          </a:r>
          <a:br>
            <a:rPr lang="en-US" altLang="zh-TW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考量</a:t>
          </a:r>
        </a:p>
      </dgm:t>
    </dgm:pt>
    <dgm:pt modelId="{B624B2BD-3AC0-4820-A0CB-A73DF033D47F}" type="parTrans" cxnId="{44A203D1-1A33-4004-8711-D309EFB21543}">
      <dgm:prSet/>
      <dgm:spPr/>
      <dgm:t>
        <a:bodyPr/>
        <a:lstStyle/>
        <a:p>
          <a:endParaRPr lang="zh-TW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D83D4C2-CE01-4790-8D79-D4A06423F559}" type="sibTrans" cxnId="{44A203D1-1A33-4004-8711-D309EFB21543}">
      <dgm:prSet/>
      <dgm:spPr/>
      <dgm:t>
        <a:bodyPr/>
        <a:lstStyle/>
        <a:p>
          <a:endParaRPr lang="zh-TW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829F79F-77B5-4EC6-B965-3E105B6EC0AB}">
      <dgm:prSet phldrT="[文字]" custT="1"/>
      <dgm:spPr>
        <a:solidFill>
          <a:schemeClr val="bg1">
            <a:alpha val="76863"/>
          </a:schemeClr>
        </a:solidFill>
        <a:ln w="76200">
          <a:solidFill>
            <a:srgbClr val="215F9A"/>
          </a:solidFill>
        </a:ln>
      </dgm:spPr>
      <dgm:t>
        <a:bodyPr/>
        <a:lstStyle/>
        <a:p>
          <a:r>
            <a:rPr lang="zh-TW" altLang="en-US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自主性</a:t>
          </a:r>
          <a:br>
            <a:rPr lang="en-US" altLang="zh-TW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不足</a:t>
          </a:r>
        </a:p>
      </dgm:t>
    </dgm:pt>
    <dgm:pt modelId="{B024CB49-0ABC-4276-A2BB-D030B8AC8EA0}" type="parTrans" cxnId="{19282C2E-B732-40DD-86ED-2476D158D6FC}">
      <dgm:prSet/>
      <dgm:spPr/>
      <dgm:t>
        <a:bodyPr/>
        <a:lstStyle/>
        <a:p>
          <a:endParaRPr lang="zh-TW" altLang="en-US"/>
        </a:p>
      </dgm:t>
    </dgm:pt>
    <dgm:pt modelId="{8297BB91-1870-4C01-A437-29365CCCD15A}" type="sibTrans" cxnId="{19282C2E-B732-40DD-86ED-2476D158D6FC}">
      <dgm:prSet/>
      <dgm:spPr/>
      <dgm:t>
        <a:bodyPr/>
        <a:lstStyle/>
        <a:p>
          <a:endParaRPr lang="zh-TW" altLang="en-US"/>
        </a:p>
      </dgm:t>
    </dgm:pt>
    <dgm:pt modelId="{A9DFFE64-D7FE-4FA1-8039-06E4615E6370}">
      <dgm:prSet phldrT="[文字]" custT="1"/>
      <dgm:spPr>
        <a:solidFill>
          <a:schemeClr val="bg1">
            <a:alpha val="76863"/>
          </a:schemeClr>
        </a:solidFill>
        <a:ln w="76200">
          <a:solidFill>
            <a:srgbClr val="215F9A"/>
          </a:solidFill>
        </a:ln>
      </dgm:spPr>
      <dgm:t>
        <a:bodyPr/>
        <a:lstStyle/>
        <a:p>
          <a:r>
            <a:rPr lang="zh-TW" altLang="en-US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介面</a:t>
          </a:r>
          <a:br>
            <a:rPr lang="en-US" altLang="zh-TW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複雜</a:t>
          </a:r>
        </a:p>
      </dgm:t>
    </dgm:pt>
    <dgm:pt modelId="{64AC1590-615D-46CC-9AC2-71F34527DCA4}" type="parTrans" cxnId="{0579D84B-01D7-4FAB-A973-8A0FFBE5AEB5}">
      <dgm:prSet/>
      <dgm:spPr/>
      <dgm:t>
        <a:bodyPr/>
        <a:lstStyle/>
        <a:p>
          <a:endParaRPr lang="zh-TW" altLang="en-US"/>
        </a:p>
      </dgm:t>
    </dgm:pt>
    <dgm:pt modelId="{DC907E77-80BC-4B03-B624-E450FC86ED4E}" type="sibTrans" cxnId="{0579D84B-01D7-4FAB-A973-8A0FFBE5AEB5}">
      <dgm:prSet/>
      <dgm:spPr/>
      <dgm:t>
        <a:bodyPr/>
        <a:lstStyle/>
        <a:p>
          <a:endParaRPr lang="zh-TW" altLang="en-US"/>
        </a:p>
      </dgm:t>
    </dgm:pt>
    <dgm:pt modelId="{825DE8AD-8034-46BF-9D49-FC48E3C15876}" type="pres">
      <dgm:prSet presAssocID="{2C9851B5-18BE-4371-9316-759AD2F1E615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3934149-46A4-4F91-8321-7A5F6389DD25}" type="pres">
      <dgm:prSet presAssocID="{7D1E1361-03DF-46D0-9812-F9460CDDA4BF}" presName="singleCycle" presStyleCnt="0"/>
      <dgm:spPr/>
    </dgm:pt>
    <dgm:pt modelId="{FD268097-DA35-482D-A49B-8A48AE3574E1}" type="pres">
      <dgm:prSet presAssocID="{7D1E1361-03DF-46D0-9812-F9460CDDA4BF}" presName="singleCenter" presStyleLbl="node1" presStyleIdx="0" presStyleCnt="6" custLinFactNeighborX="-1894" custLinFactNeighborY="-3141">
        <dgm:presLayoutVars>
          <dgm:chMax val="7"/>
          <dgm:chPref val="7"/>
        </dgm:presLayoutVars>
      </dgm:prSet>
      <dgm:spPr/>
    </dgm:pt>
    <dgm:pt modelId="{231F539D-9D1C-48EB-9BFB-152F5CF94A46}" type="pres">
      <dgm:prSet presAssocID="{782F560E-2EA5-4732-B43C-09373EBE19DF}" presName="Name56" presStyleLbl="parChTrans1D2" presStyleIdx="0" presStyleCnt="5"/>
      <dgm:spPr>
        <a:prstGeom prst="upArrow">
          <a:avLst/>
        </a:prstGeom>
      </dgm:spPr>
    </dgm:pt>
    <dgm:pt modelId="{021C5A11-A0CF-459F-803E-EAF5C323645D}" type="pres">
      <dgm:prSet presAssocID="{7DF53E42-A164-49DF-B3C0-7EA7EAD9558F}" presName="text0" presStyleLbl="node1" presStyleIdx="1" presStyleCnt="6" custScaleX="126924" custScaleY="126924" custRadScaleRad="143645" custRadScaleInc="-172155">
        <dgm:presLayoutVars>
          <dgm:bulletEnabled val="1"/>
        </dgm:presLayoutVars>
      </dgm:prSet>
      <dgm:spPr/>
    </dgm:pt>
    <dgm:pt modelId="{E5A5F5F3-29DD-41F9-8D42-8897848E14E3}" type="pres">
      <dgm:prSet presAssocID="{6692BA66-2FEC-468F-85C8-737AE64E7E64}" presName="Name56" presStyleLbl="parChTrans1D2" presStyleIdx="1" presStyleCnt="5"/>
      <dgm:spPr/>
    </dgm:pt>
    <dgm:pt modelId="{9BC3D301-8E6F-43AC-9316-61C8733F63DC}" type="pres">
      <dgm:prSet presAssocID="{6B1D551B-45D8-4E4F-AAF5-1F5FF0E82A3D}" presName="text0" presStyleLbl="node1" presStyleIdx="2" presStyleCnt="6" custScaleX="126895" custScaleY="126895" custRadScaleRad="144349" custRadScaleInc="-47686">
        <dgm:presLayoutVars>
          <dgm:bulletEnabled val="1"/>
        </dgm:presLayoutVars>
      </dgm:prSet>
      <dgm:spPr/>
    </dgm:pt>
    <dgm:pt modelId="{3A8073F1-BA7D-4120-AAA8-06DE591422D0}" type="pres">
      <dgm:prSet presAssocID="{B024CB49-0ABC-4276-A2BB-D030B8AC8EA0}" presName="Name56" presStyleLbl="parChTrans1D2" presStyleIdx="2" presStyleCnt="5"/>
      <dgm:spPr/>
    </dgm:pt>
    <dgm:pt modelId="{91427D0C-DF5B-4280-9110-15E22801F6CD}" type="pres">
      <dgm:prSet presAssocID="{F829F79F-77B5-4EC6-B965-3E105B6EC0AB}" presName="text0" presStyleLbl="node1" presStyleIdx="3" presStyleCnt="6" custScaleX="126924" custScaleY="126924" custRadScaleRad="182363" custRadScaleInc="-155398">
        <dgm:presLayoutVars>
          <dgm:bulletEnabled val="1"/>
        </dgm:presLayoutVars>
      </dgm:prSet>
      <dgm:spPr/>
    </dgm:pt>
    <dgm:pt modelId="{472ED70A-90BB-4431-8924-16C70205C8F0}" type="pres">
      <dgm:prSet presAssocID="{64AC1590-615D-46CC-9AC2-71F34527DCA4}" presName="Name56" presStyleLbl="parChTrans1D2" presStyleIdx="3" presStyleCnt="5"/>
      <dgm:spPr/>
    </dgm:pt>
    <dgm:pt modelId="{164F8B1D-C96A-4616-A74B-30264F8A59B0}" type="pres">
      <dgm:prSet presAssocID="{A9DFFE64-D7FE-4FA1-8039-06E4615E6370}" presName="text0" presStyleLbl="node1" presStyleIdx="4" presStyleCnt="6" custScaleX="126924" custScaleY="126924" custRadScaleRad="143602" custRadScaleInc="-259746">
        <dgm:presLayoutVars>
          <dgm:bulletEnabled val="1"/>
        </dgm:presLayoutVars>
      </dgm:prSet>
      <dgm:spPr/>
    </dgm:pt>
    <dgm:pt modelId="{1D8DBDB9-EF16-4723-A939-BADCB386576F}" type="pres">
      <dgm:prSet presAssocID="{B624B2BD-3AC0-4820-A0CB-A73DF033D47F}" presName="Name56" presStyleLbl="parChTrans1D2" presStyleIdx="4" presStyleCnt="5"/>
      <dgm:spPr/>
    </dgm:pt>
    <dgm:pt modelId="{287E0EFE-CCD9-4BA1-871E-885A3E062641}" type="pres">
      <dgm:prSet presAssocID="{4530648E-CF22-4A74-BBFE-FD2FC4D8790E}" presName="text0" presStyleLbl="node1" presStyleIdx="5" presStyleCnt="6" custScaleX="126924" custScaleY="126924" custRadScaleRad="136725" custRadScaleInc="-111009">
        <dgm:presLayoutVars>
          <dgm:bulletEnabled val="1"/>
        </dgm:presLayoutVars>
      </dgm:prSet>
      <dgm:spPr/>
    </dgm:pt>
  </dgm:ptLst>
  <dgm:cxnLst>
    <dgm:cxn modelId="{8E56A406-CC88-4005-84C9-B052C3CE73F7}" srcId="{2C9851B5-18BE-4371-9316-759AD2F1E615}" destId="{7D1E1361-03DF-46D0-9812-F9460CDDA4BF}" srcOrd="0" destOrd="0" parTransId="{A3711051-CBEF-438E-9CAE-3FEBD9B799AF}" sibTransId="{BE17CEB1-3ADA-452A-B37B-3EB53F0952C0}"/>
    <dgm:cxn modelId="{9C8F7308-9CF7-4FFB-9232-3C4B06F74723}" type="presOf" srcId="{4530648E-CF22-4A74-BBFE-FD2FC4D8790E}" destId="{287E0EFE-CCD9-4BA1-871E-885A3E062641}" srcOrd="0" destOrd="0" presId="urn:microsoft.com/office/officeart/2008/layout/RadialCluster"/>
    <dgm:cxn modelId="{6B7A8022-281B-4B94-8516-C56112359958}" type="presOf" srcId="{2C9851B5-18BE-4371-9316-759AD2F1E615}" destId="{825DE8AD-8034-46BF-9D49-FC48E3C15876}" srcOrd="0" destOrd="0" presId="urn:microsoft.com/office/officeart/2008/layout/RadialCluster"/>
    <dgm:cxn modelId="{19282C2E-B732-40DD-86ED-2476D158D6FC}" srcId="{7D1E1361-03DF-46D0-9812-F9460CDDA4BF}" destId="{F829F79F-77B5-4EC6-B965-3E105B6EC0AB}" srcOrd="2" destOrd="0" parTransId="{B024CB49-0ABC-4276-A2BB-D030B8AC8EA0}" sibTransId="{8297BB91-1870-4C01-A437-29365CCCD15A}"/>
    <dgm:cxn modelId="{34794735-7D70-4C10-A712-6229EE9F552F}" type="presOf" srcId="{6692BA66-2FEC-468F-85C8-737AE64E7E64}" destId="{E5A5F5F3-29DD-41F9-8D42-8897848E14E3}" srcOrd="0" destOrd="0" presId="urn:microsoft.com/office/officeart/2008/layout/RadialCluster"/>
    <dgm:cxn modelId="{27234836-7F2C-470C-9B6E-F9232E74A76E}" type="presOf" srcId="{7D1E1361-03DF-46D0-9812-F9460CDDA4BF}" destId="{FD268097-DA35-482D-A49B-8A48AE3574E1}" srcOrd="0" destOrd="0" presId="urn:microsoft.com/office/officeart/2008/layout/RadialCluster"/>
    <dgm:cxn modelId="{FAF05439-661F-4522-ACF1-9C1EAA3FBD49}" type="presOf" srcId="{7DF53E42-A164-49DF-B3C0-7EA7EAD9558F}" destId="{021C5A11-A0CF-459F-803E-EAF5C323645D}" srcOrd="0" destOrd="0" presId="urn:microsoft.com/office/officeart/2008/layout/RadialCluster"/>
    <dgm:cxn modelId="{F739A963-83CF-4CDC-B8E8-E6DA82309CB7}" type="presOf" srcId="{782F560E-2EA5-4732-B43C-09373EBE19DF}" destId="{231F539D-9D1C-48EB-9BFB-152F5CF94A46}" srcOrd="0" destOrd="0" presId="urn:microsoft.com/office/officeart/2008/layout/RadialCluster"/>
    <dgm:cxn modelId="{0579D84B-01D7-4FAB-A973-8A0FFBE5AEB5}" srcId="{7D1E1361-03DF-46D0-9812-F9460CDDA4BF}" destId="{A9DFFE64-D7FE-4FA1-8039-06E4615E6370}" srcOrd="3" destOrd="0" parTransId="{64AC1590-615D-46CC-9AC2-71F34527DCA4}" sibTransId="{DC907E77-80BC-4B03-B624-E450FC86ED4E}"/>
    <dgm:cxn modelId="{7DEF9F75-29B9-4ADA-A50C-E49E71CC7B93}" type="presOf" srcId="{A9DFFE64-D7FE-4FA1-8039-06E4615E6370}" destId="{164F8B1D-C96A-4616-A74B-30264F8A59B0}" srcOrd="0" destOrd="0" presId="urn:microsoft.com/office/officeart/2008/layout/RadialCluster"/>
    <dgm:cxn modelId="{2859FF9A-D07C-4B85-B536-13177F663A74}" type="presOf" srcId="{64AC1590-615D-46CC-9AC2-71F34527DCA4}" destId="{472ED70A-90BB-4431-8924-16C70205C8F0}" srcOrd="0" destOrd="0" presId="urn:microsoft.com/office/officeart/2008/layout/RadialCluster"/>
    <dgm:cxn modelId="{11E421A9-2EFE-43F2-9FB0-96FBAF221965}" type="presOf" srcId="{F829F79F-77B5-4EC6-B965-3E105B6EC0AB}" destId="{91427D0C-DF5B-4280-9110-15E22801F6CD}" srcOrd="0" destOrd="0" presId="urn:microsoft.com/office/officeart/2008/layout/RadialCluster"/>
    <dgm:cxn modelId="{E0E3CCAA-2F4D-4F7C-8837-E3F022B45D07}" srcId="{7D1E1361-03DF-46D0-9812-F9460CDDA4BF}" destId="{7DF53E42-A164-49DF-B3C0-7EA7EAD9558F}" srcOrd="0" destOrd="0" parTransId="{782F560E-2EA5-4732-B43C-09373EBE19DF}" sibTransId="{D22E5103-0956-48BA-A492-AF7ABC0BE43B}"/>
    <dgm:cxn modelId="{4C6F36B7-B2F8-4DF0-A749-FB308A7F2779}" type="presOf" srcId="{B024CB49-0ABC-4276-A2BB-D030B8AC8EA0}" destId="{3A8073F1-BA7D-4120-AAA8-06DE591422D0}" srcOrd="0" destOrd="0" presId="urn:microsoft.com/office/officeart/2008/layout/RadialCluster"/>
    <dgm:cxn modelId="{44A203D1-1A33-4004-8711-D309EFB21543}" srcId="{7D1E1361-03DF-46D0-9812-F9460CDDA4BF}" destId="{4530648E-CF22-4A74-BBFE-FD2FC4D8790E}" srcOrd="4" destOrd="0" parTransId="{B624B2BD-3AC0-4820-A0CB-A73DF033D47F}" sibTransId="{5D83D4C2-CE01-4790-8D79-D4A06423F559}"/>
    <dgm:cxn modelId="{E6C982DA-6969-465D-B989-CBF798F9216B}" type="presOf" srcId="{6B1D551B-45D8-4E4F-AAF5-1F5FF0E82A3D}" destId="{9BC3D301-8E6F-43AC-9316-61C8733F63DC}" srcOrd="0" destOrd="0" presId="urn:microsoft.com/office/officeart/2008/layout/RadialCluster"/>
    <dgm:cxn modelId="{61DD7EDE-AB9B-46DE-B53C-E2F6C4F68157}" type="presOf" srcId="{B624B2BD-3AC0-4820-A0CB-A73DF033D47F}" destId="{1D8DBDB9-EF16-4723-A939-BADCB386576F}" srcOrd="0" destOrd="0" presId="urn:microsoft.com/office/officeart/2008/layout/RadialCluster"/>
    <dgm:cxn modelId="{2220BBE3-15F5-444B-949A-432A4A32061F}" srcId="{7D1E1361-03DF-46D0-9812-F9460CDDA4BF}" destId="{6B1D551B-45D8-4E4F-AAF5-1F5FF0E82A3D}" srcOrd="1" destOrd="0" parTransId="{6692BA66-2FEC-468F-85C8-737AE64E7E64}" sibTransId="{398533E0-58A5-40B9-B339-51E7ADA9224D}"/>
    <dgm:cxn modelId="{12A3927D-EB5A-4CF8-8127-F11C9681116A}" type="presParOf" srcId="{825DE8AD-8034-46BF-9D49-FC48E3C15876}" destId="{A3934149-46A4-4F91-8321-7A5F6389DD25}" srcOrd="0" destOrd="0" presId="urn:microsoft.com/office/officeart/2008/layout/RadialCluster"/>
    <dgm:cxn modelId="{0885209B-932E-4519-9E19-D69BC8F25DA0}" type="presParOf" srcId="{A3934149-46A4-4F91-8321-7A5F6389DD25}" destId="{FD268097-DA35-482D-A49B-8A48AE3574E1}" srcOrd="0" destOrd="0" presId="urn:microsoft.com/office/officeart/2008/layout/RadialCluster"/>
    <dgm:cxn modelId="{F6CE2F4E-8190-4D05-901C-0053EE0B6089}" type="presParOf" srcId="{A3934149-46A4-4F91-8321-7A5F6389DD25}" destId="{231F539D-9D1C-48EB-9BFB-152F5CF94A46}" srcOrd="1" destOrd="0" presId="urn:microsoft.com/office/officeart/2008/layout/RadialCluster"/>
    <dgm:cxn modelId="{1D6CEDA3-31CC-4B75-9CAB-BAA773B67E6D}" type="presParOf" srcId="{A3934149-46A4-4F91-8321-7A5F6389DD25}" destId="{021C5A11-A0CF-459F-803E-EAF5C323645D}" srcOrd="2" destOrd="0" presId="urn:microsoft.com/office/officeart/2008/layout/RadialCluster"/>
    <dgm:cxn modelId="{2B561FA0-119E-44D9-89AC-6ABFA18501BE}" type="presParOf" srcId="{A3934149-46A4-4F91-8321-7A5F6389DD25}" destId="{E5A5F5F3-29DD-41F9-8D42-8897848E14E3}" srcOrd="3" destOrd="0" presId="urn:microsoft.com/office/officeart/2008/layout/RadialCluster"/>
    <dgm:cxn modelId="{48A13EAE-55DF-481D-8CF2-E8FAC77A9A7E}" type="presParOf" srcId="{A3934149-46A4-4F91-8321-7A5F6389DD25}" destId="{9BC3D301-8E6F-43AC-9316-61C8733F63DC}" srcOrd="4" destOrd="0" presId="urn:microsoft.com/office/officeart/2008/layout/RadialCluster"/>
    <dgm:cxn modelId="{5F1CCFB5-8705-4D0D-A9CC-9ED291D7F9FA}" type="presParOf" srcId="{A3934149-46A4-4F91-8321-7A5F6389DD25}" destId="{3A8073F1-BA7D-4120-AAA8-06DE591422D0}" srcOrd="5" destOrd="0" presId="urn:microsoft.com/office/officeart/2008/layout/RadialCluster"/>
    <dgm:cxn modelId="{5F8A82BC-7E66-47DC-ADDC-C306AABBF162}" type="presParOf" srcId="{A3934149-46A4-4F91-8321-7A5F6389DD25}" destId="{91427D0C-DF5B-4280-9110-15E22801F6CD}" srcOrd="6" destOrd="0" presId="urn:microsoft.com/office/officeart/2008/layout/RadialCluster"/>
    <dgm:cxn modelId="{09ABC4D1-E298-4CA6-92AB-079A77CEB480}" type="presParOf" srcId="{A3934149-46A4-4F91-8321-7A5F6389DD25}" destId="{472ED70A-90BB-4431-8924-16C70205C8F0}" srcOrd="7" destOrd="0" presId="urn:microsoft.com/office/officeart/2008/layout/RadialCluster"/>
    <dgm:cxn modelId="{F03B632C-C32F-47FA-86CA-296D5AC13454}" type="presParOf" srcId="{A3934149-46A4-4F91-8321-7A5F6389DD25}" destId="{164F8B1D-C96A-4616-A74B-30264F8A59B0}" srcOrd="8" destOrd="0" presId="urn:microsoft.com/office/officeart/2008/layout/RadialCluster"/>
    <dgm:cxn modelId="{7E2E3DA6-6599-4229-80F4-02065B67228F}" type="presParOf" srcId="{A3934149-46A4-4F91-8321-7A5F6389DD25}" destId="{1D8DBDB9-EF16-4723-A939-BADCB386576F}" srcOrd="9" destOrd="0" presId="urn:microsoft.com/office/officeart/2008/layout/RadialCluster"/>
    <dgm:cxn modelId="{64587429-68BA-4807-B3C3-FBD46F7E84B7}" type="presParOf" srcId="{A3934149-46A4-4F91-8321-7A5F6389DD25}" destId="{287E0EFE-CCD9-4BA1-871E-885A3E062641}" srcOrd="10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268097-DA35-482D-A49B-8A48AE3574E1}">
      <dsp:nvSpPr>
        <dsp:cNvPr id="0" name=""/>
        <dsp:cNvSpPr/>
      </dsp:nvSpPr>
      <dsp:spPr>
        <a:xfrm>
          <a:off x="4011407" y="1970875"/>
          <a:ext cx="1625600" cy="1625600"/>
        </a:xfrm>
        <a:prstGeom prst="roundRect">
          <a:avLst/>
        </a:prstGeom>
        <a:solidFill>
          <a:srgbClr val="94C0E8">
            <a:alpha val="76863"/>
          </a:srgbClr>
        </a:solidFill>
        <a:ln w="762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200" b="1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虛擬</a:t>
          </a:r>
          <a:br>
            <a:rPr lang="en-US" altLang="zh-TW" sz="3200" b="1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3200" b="1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展會</a:t>
          </a:r>
        </a:p>
      </dsp:txBody>
      <dsp:txXfrm>
        <a:off x="4090762" y="2050230"/>
        <a:ext cx="1466890" cy="1466890"/>
      </dsp:txXfrm>
    </dsp:sp>
    <dsp:sp modelId="{231F539D-9D1C-48EB-9BFB-152F5CF94A46}">
      <dsp:nvSpPr>
        <dsp:cNvPr id="0" name=""/>
        <dsp:cNvSpPr/>
      </dsp:nvSpPr>
      <dsp:spPr>
        <a:xfrm rot="12387224">
          <a:off x="2640580" y="2057044"/>
          <a:ext cx="1446558" cy="0"/>
        </a:xfrm>
        <a:prstGeom prst="upArrow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1C5A11-A0CF-459F-803E-EAF5C323645D}">
      <dsp:nvSpPr>
        <dsp:cNvPr id="0" name=""/>
        <dsp:cNvSpPr/>
      </dsp:nvSpPr>
      <dsp:spPr>
        <a:xfrm>
          <a:off x="1333916" y="699721"/>
          <a:ext cx="1382395" cy="1382395"/>
        </a:xfrm>
        <a:prstGeom prst="roundRect">
          <a:avLst/>
        </a:prstGeom>
        <a:solidFill>
          <a:schemeClr val="bg1">
            <a:alpha val="76863"/>
          </a:schemeClr>
        </a:solidFill>
        <a:ln w="76200" cap="flat" cmpd="sng" algn="ctr">
          <a:solidFill>
            <a:srgbClr val="215F9A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科技</a:t>
          </a:r>
          <a:br>
            <a:rPr lang="en-US" altLang="zh-TW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發展</a:t>
          </a:r>
        </a:p>
      </dsp:txBody>
      <dsp:txXfrm>
        <a:off x="1401399" y="767204"/>
        <a:ext cx="1247429" cy="1247429"/>
      </dsp:txXfrm>
    </dsp:sp>
    <dsp:sp modelId="{E5A5F5F3-29DD-41F9-8D42-8897848E14E3}">
      <dsp:nvSpPr>
        <dsp:cNvPr id="0" name=""/>
        <dsp:cNvSpPr/>
      </dsp:nvSpPr>
      <dsp:spPr>
        <a:xfrm rot="19664725">
          <a:off x="5521376" y="1870843"/>
          <a:ext cx="149865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98655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C3D301-8E6F-43AC-9316-61C8733F63DC}">
      <dsp:nvSpPr>
        <dsp:cNvPr id="0" name=""/>
        <dsp:cNvSpPr/>
      </dsp:nvSpPr>
      <dsp:spPr>
        <a:xfrm>
          <a:off x="6904399" y="343809"/>
          <a:ext cx="1382080" cy="1382080"/>
        </a:xfrm>
        <a:prstGeom prst="roundRect">
          <a:avLst/>
        </a:prstGeom>
        <a:solidFill>
          <a:schemeClr val="bg1">
            <a:alpha val="76863"/>
          </a:schemeClr>
        </a:solidFill>
        <a:ln w="76200" cap="flat" cmpd="sng" algn="ctr">
          <a:solidFill>
            <a:srgbClr val="215F9A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互動性</a:t>
          </a:r>
          <a:br>
            <a:rPr lang="en-US" altLang="zh-TW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不足</a:t>
          </a:r>
        </a:p>
      </dsp:txBody>
      <dsp:txXfrm>
        <a:off x="6971867" y="411277"/>
        <a:ext cx="1247144" cy="1247144"/>
      </dsp:txXfrm>
    </dsp:sp>
    <dsp:sp modelId="{3A8073F1-BA7D-4120-AAA8-06DE591422D0}">
      <dsp:nvSpPr>
        <dsp:cNvPr id="0" name=""/>
        <dsp:cNvSpPr/>
      </dsp:nvSpPr>
      <dsp:spPr>
        <a:xfrm rot="1812">
          <a:off x="5637008" y="2784823"/>
          <a:ext cx="272932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2932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427D0C-DF5B-4280-9110-15E22801F6CD}">
      <dsp:nvSpPr>
        <dsp:cNvPr id="0" name=""/>
        <dsp:cNvSpPr/>
      </dsp:nvSpPr>
      <dsp:spPr>
        <a:xfrm>
          <a:off x="8366336" y="2094708"/>
          <a:ext cx="1382395" cy="1382395"/>
        </a:xfrm>
        <a:prstGeom prst="roundRect">
          <a:avLst/>
        </a:prstGeom>
        <a:solidFill>
          <a:schemeClr val="bg1">
            <a:alpha val="76863"/>
          </a:schemeClr>
        </a:solidFill>
        <a:ln w="76200" cap="flat" cmpd="sng" algn="ctr">
          <a:solidFill>
            <a:srgbClr val="215F9A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自主性</a:t>
          </a:r>
          <a:br>
            <a:rPr lang="en-US" altLang="zh-TW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不足</a:t>
          </a:r>
        </a:p>
      </dsp:txBody>
      <dsp:txXfrm>
        <a:off x="8433819" y="2162191"/>
        <a:ext cx="1247429" cy="1247429"/>
      </dsp:txXfrm>
    </dsp:sp>
    <dsp:sp modelId="{472ED70A-90BB-4431-8924-16C70205C8F0}">
      <dsp:nvSpPr>
        <dsp:cNvPr id="0" name=""/>
        <dsp:cNvSpPr/>
      </dsp:nvSpPr>
      <dsp:spPr>
        <a:xfrm rot="2024192">
          <a:off x="5501507" y="3773371"/>
          <a:ext cx="16092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9278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4F8B1D-C96A-4616-A74B-30264F8A59B0}">
      <dsp:nvSpPr>
        <dsp:cNvPr id="0" name=""/>
        <dsp:cNvSpPr/>
      </dsp:nvSpPr>
      <dsp:spPr>
        <a:xfrm>
          <a:off x="6975284" y="3990658"/>
          <a:ext cx="1382395" cy="1382395"/>
        </a:xfrm>
        <a:prstGeom prst="roundRect">
          <a:avLst/>
        </a:prstGeom>
        <a:solidFill>
          <a:schemeClr val="bg1">
            <a:alpha val="76863"/>
          </a:schemeClr>
        </a:solidFill>
        <a:ln w="76200" cap="flat" cmpd="sng" algn="ctr">
          <a:solidFill>
            <a:srgbClr val="215F9A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介面</a:t>
          </a:r>
          <a:br>
            <a:rPr lang="en-US" altLang="zh-TW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複雜</a:t>
          </a:r>
        </a:p>
      </dsp:txBody>
      <dsp:txXfrm>
        <a:off x="7042767" y="4058141"/>
        <a:ext cx="1247429" cy="1247429"/>
      </dsp:txXfrm>
    </dsp:sp>
    <dsp:sp modelId="{1D8DBDB9-EF16-4723-A939-BADCB386576F}">
      <dsp:nvSpPr>
        <dsp:cNvPr id="0" name=""/>
        <dsp:cNvSpPr/>
      </dsp:nvSpPr>
      <dsp:spPr>
        <a:xfrm rot="9298707">
          <a:off x="2649255" y="3465313"/>
          <a:ext cx="142921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9219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7E0EFE-CCD9-4BA1-871E-885A3E062641}">
      <dsp:nvSpPr>
        <dsp:cNvPr id="0" name=""/>
        <dsp:cNvSpPr/>
      </dsp:nvSpPr>
      <dsp:spPr>
        <a:xfrm>
          <a:off x="1333926" y="3398994"/>
          <a:ext cx="1382395" cy="1382395"/>
        </a:xfrm>
        <a:prstGeom prst="roundRect">
          <a:avLst/>
        </a:prstGeom>
        <a:solidFill>
          <a:schemeClr val="bg1">
            <a:alpha val="76863"/>
          </a:schemeClr>
        </a:solidFill>
        <a:ln w="76200" cap="flat" cmpd="sng" algn="ctr">
          <a:solidFill>
            <a:srgbClr val="215F9A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成本</a:t>
          </a:r>
          <a:br>
            <a:rPr lang="en-US" altLang="zh-TW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800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考量</a:t>
          </a:r>
        </a:p>
      </dsp:txBody>
      <dsp:txXfrm>
        <a:off x="1401409" y="3466477"/>
        <a:ext cx="1247429" cy="1247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A0F314-5DEF-4F30-A49F-49F3CBB2E999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11864-24D9-4ACB-9E5C-ADE28E686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712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11864-24D9-4ACB-9E5C-ADE28E6864F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4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11864-24D9-4ACB-9E5C-ADE28E6864F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9750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33BCE-DC65-39C2-05F3-4AD45E05F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0F0B1A-AFA3-8EA8-A59C-5455F0036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ECCF8CC-7267-5E08-BBDC-3C05F2CFE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DA8A3D-8133-547D-7B46-D53ABFECA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11864-24D9-4ACB-9E5C-ADE28E6864F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805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5004-7AA7-2627-7C8D-50D0155E8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69A1CB7-FCBE-E0C3-810F-22AD5959D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5C63265-95C2-264F-20BD-C132B6CD0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41C7A4-126A-751B-3F67-3F91BB8ED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11864-24D9-4ACB-9E5C-ADE28E6864F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0191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A5905-0CFE-C963-6A5E-F5F2DF9B8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0E40776-B25D-C4EA-445F-11E4486FE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D6AE1E-9264-C4C3-3946-985704468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24CA1A-2EE5-3B43-7856-5FFB47593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11864-24D9-4ACB-9E5C-ADE28E6864F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7905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1DEA-26A0-605C-6EC5-6A123AB3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C1FE04D-C1C3-6C0E-F4D9-7B349A638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C1ED39-9C45-3681-D597-5C85500A3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8046EF-21CB-1B7D-CAFE-EA59C4892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11864-24D9-4ACB-9E5C-ADE28E6864F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526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8F1FE-C4A0-A41C-59EB-92EB2978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08D40FD-0B3B-91B3-9BBB-D1721878F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C4E40A-3368-B021-0FB3-DC25BB148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029481-3953-9E6F-4CFA-C4671F1FB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11864-24D9-4ACB-9E5C-ADE28E6864F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636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130D8-B2E7-CDD4-DCA3-7D8652B0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8FDED91-D5AD-8D1C-D912-A133F7840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CA3186C-8E78-1AC8-8F05-D555038E6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80A918-B151-16A6-199E-6FCC8BC56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11864-24D9-4ACB-9E5C-ADE28E6864F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886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5EFCA-474E-89B0-4E8D-81A0DB8D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80734E3-947A-F512-227F-7688DB6B5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5740AFB-4BDC-0BB7-DE86-2992A265C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3D0163-B656-B130-968F-9A39DDF24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11864-24D9-4ACB-9E5C-ADE28E6864F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704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11864-24D9-4ACB-9E5C-ADE28E6864F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94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1D88F8-13B4-F76F-623D-2F49F1550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70A8DA1-3794-CE87-65C0-C52A272E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0F2197-0DF4-B1CF-421E-8DDAA7AF6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97E08B-9029-343E-FC3D-98C9318A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05611B-396D-5195-2399-38036DA4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3987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AFD3E7-1D8C-0A5E-692F-81F66F242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AC595F-0F04-3AF8-40D2-A2018E2FE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1E2DAA-3A18-6E8F-2EC5-55F44F4A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F6DAE7-014A-71F3-3ECE-49DAB83D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C49229-31FF-9E9B-7A50-A557C221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80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57913E-78C4-ECB6-44C9-7FC07D3EC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EF5CCA-2324-AB9E-B010-A3CC31870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B020B-C891-90CD-57BA-758E1C49E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A6C90C-B404-6465-5157-43942AF5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969FE8-F565-550F-B244-252B952B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865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171B8D-AF5C-D37E-042A-C9D6869F6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B6849F-32FD-F327-B82D-250D3615F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DB91AA-413E-CFD1-3CC0-779E5BAB1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4F9CA8-4F9E-FA30-A518-BC6B87DC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28C031-005D-41B2-2F2B-6100525D8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A684E3-C14F-EB61-D899-634296EF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93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54E780-2B6D-5514-01D2-C1A5A48B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648A3E-7E77-487F-41FE-F00C14A66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7AD08B-3AAF-BD98-CD20-621331516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33E64A1-2F51-7A95-9434-ED65568E3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5E815DC-A366-D900-3066-256E8A09D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4FA6AE6-3D2B-DB1B-77AF-EF6C0241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9BB7BAB-AF22-72A3-A683-31381EEE1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B55A208-0197-C17E-8A51-91BED8D3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01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D55ADC-ABFF-1C4B-DC24-EFE7FCB5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B31F09-3848-F3EC-06F3-442A849A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903D093-913A-E5E2-36FF-12394AF7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68E44F-CE17-33AC-BA6B-8741D9BA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459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E0864D-5A59-90A3-1723-8E8D9A68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D8AEE7-2AB3-7924-400F-CB17AE0A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90EF71-B052-9C63-ADE9-CC118341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30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C1588B-0086-CE6A-1758-B38DBED5C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4A999F-F798-F12B-0F3F-FA208A79B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F3D902F-D3C2-3DB0-242D-E555B07C1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16B0777-2AD7-07C7-FC8A-04F2D1E36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148E62-09EB-D718-9A17-768F211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D6C277-C554-89FA-3913-13FF0FCD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801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CEF84C-0CDD-7071-278C-6222B438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F87790D-0ECF-8B4B-C645-F93E4B68C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760A07-6DA4-721A-F9D5-27EF6F84E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7AFF77F-3060-4ACB-C5E4-1EC7A82F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053914A-BF5C-0E41-B717-956D0714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27FE59-69AE-DDD6-826D-BA37EB6C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290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55BBCE-F01B-A185-B9DB-B80639CC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5D4CF5-3280-AD71-574F-5309A6EA9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D83891-ACAA-E044-12E4-5276B5BB2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7ACC55-E39A-3AF8-0ECA-41BAB7D7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C6571C-092D-1F43-8A90-1EC2628D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211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9A9FE5C-73F5-82D2-AA94-E7E663731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725172F-6C2A-DB7A-18E8-370EE190C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CB71EF-A5EA-1B44-D9D3-9E0C3C09A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98A070-8373-CDDB-2884-D7CD124B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BF0793-2A36-BF9C-D0D7-339818874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646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4449341-4481-948C-15CF-8B112C37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A24DEB-4BA9-BF0B-06E8-6392B9028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BA228E-E775-0842-49C1-882930734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756C1-58B4-4453-8AB0-63B6AA31201C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CE164C-3EFC-6977-1AAA-35FE1B069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CF0C81-9CA7-CD79-DC28-7DC3CEF04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48196-C1C6-4844-81BE-68B7067702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0695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FDE518-6D19-6BA2-AC7F-8056CCD38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1531"/>
            <a:ext cx="9144000" cy="2533372"/>
          </a:xfrm>
        </p:spPr>
        <p:txBody>
          <a:bodyPr>
            <a:normAutofit/>
          </a:bodyPr>
          <a:lstStyle/>
          <a:p>
            <a:pPr algn="l"/>
            <a:r>
              <a:rPr lang="en-US" altLang="zh-TW" b="1" dirty="0">
                <a:solidFill>
                  <a:srgbClr val="215F9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D4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虛擬展會平台</a:t>
            </a:r>
            <a:endParaRPr lang="zh-TW" altLang="en-US" b="1" dirty="0">
              <a:solidFill>
                <a:srgbClr val="94C0E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BF6932-9330-1B12-34D9-E48DDE787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3652"/>
            <a:ext cx="6460312" cy="1863096"/>
          </a:xfrm>
        </p:spPr>
        <p:txBody>
          <a:bodyPr>
            <a:normAutofit/>
          </a:bodyPr>
          <a:lstStyle/>
          <a:p>
            <a:pPr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指導教授：陳錫民 教授</a:t>
            </a:r>
          </a:p>
          <a:p>
            <a:pPr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　　生：</a:t>
            </a:r>
            <a:r>
              <a:rPr lang="en-US" altLang="zh-TW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D1150136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陳可軒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　　</a:t>
            </a:r>
            <a:r>
              <a:rPr lang="en-US" altLang="zh-TW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D1150166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曾予菲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　　　　　</a:t>
            </a:r>
            <a:r>
              <a:rPr lang="en-US" altLang="zh-TW" sz="2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D1150504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徐承毅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639A388-1F5D-62D9-7C8D-C965EB518ECC}"/>
              </a:ext>
            </a:extLst>
          </p:cNvPr>
          <p:cNvSpPr/>
          <p:nvPr/>
        </p:nvSpPr>
        <p:spPr>
          <a:xfrm rot="2814465">
            <a:off x="10459958" y="2909077"/>
            <a:ext cx="3061307" cy="4233162"/>
          </a:xfrm>
          <a:prstGeom prst="round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E895BAC-4F17-D854-7240-AB159965EB3C}"/>
              </a:ext>
            </a:extLst>
          </p:cNvPr>
          <p:cNvSpPr/>
          <p:nvPr/>
        </p:nvSpPr>
        <p:spPr>
          <a:xfrm rot="2814465">
            <a:off x="10220996" y="-712757"/>
            <a:ext cx="2124279" cy="4779818"/>
          </a:xfrm>
          <a:prstGeom prst="roundRect">
            <a:avLst/>
          </a:prstGeom>
          <a:solidFill>
            <a:srgbClr val="94C0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F93E0CB-CF07-4DC1-8050-1AADF4E5A516}"/>
              </a:ext>
            </a:extLst>
          </p:cNvPr>
          <p:cNvSpPr/>
          <p:nvPr/>
        </p:nvSpPr>
        <p:spPr>
          <a:xfrm rot="2814465">
            <a:off x="8514171" y="6444994"/>
            <a:ext cx="2124279" cy="1978276"/>
          </a:xfrm>
          <a:prstGeom prst="roundRect">
            <a:avLst/>
          </a:prstGeom>
          <a:solidFill>
            <a:srgbClr val="94C0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A4F9578-9119-B41B-5059-CCD406120DC4}"/>
              </a:ext>
            </a:extLst>
          </p:cNvPr>
          <p:cNvSpPr/>
          <p:nvPr/>
        </p:nvSpPr>
        <p:spPr>
          <a:xfrm rot="2814465">
            <a:off x="8191065" y="-1597263"/>
            <a:ext cx="2495455" cy="2716657"/>
          </a:xfrm>
          <a:prstGeom prst="roundRect">
            <a:avLst/>
          </a:prstGeom>
          <a:solidFill>
            <a:srgbClr val="D5E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9725AB4-840D-D1A0-D4A9-29C98B118B00}"/>
              </a:ext>
            </a:extLst>
          </p:cNvPr>
          <p:cNvSpPr/>
          <p:nvPr/>
        </p:nvSpPr>
        <p:spPr>
          <a:xfrm rot="2814465">
            <a:off x="-136880" y="-1708471"/>
            <a:ext cx="2116942" cy="2468474"/>
          </a:xfrm>
          <a:prstGeom prst="round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12BD42F8-9C1A-B8FC-B4B9-0C2142321A70}"/>
              </a:ext>
            </a:extLst>
          </p:cNvPr>
          <p:cNvSpPr/>
          <p:nvPr/>
        </p:nvSpPr>
        <p:spPr>
          <a:xfrm rot="2814465">
            <a:off x="-1572623" y="4549195"/>
            <a:ext cx="3026469" cy="2148167"/>
          </a:xfrm>
          <a:prstGeom prst="roundRect">
            <a:avLst/>
          </a:prstGeom>
          <a:solidFill>
            <a:srgbClr val="D5E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60548387-F184-7883-1A25-3B24B75202EC}"/>
              </a:ext>
            </a:extLst>
          </p:cNvPr>
          <p:cNvCxnSpPr/>
          <p:nvPr/>
        </p:nvCxnSpPr>
        <p:spPr>
          <a:xfrm>
            <a:off x="1561785" y="3571703"/>
            <a:ext cx="6721434" cy="0"/>
          </a:xfrm>
          <a:prstGeom prst="line">
            <a:avLst/>
          </a:prstGeom>
          <a:ln w="57150" cap="flat" cmpd="sng" algn="ctr">
            <a:solidFill>
              <a:srgbClr val="215F9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64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0D3F217F-DB35-716C-04FF-F54C7B20F052}"/>
              </a:ext>
            </a:extLst>
          </p:cNvPr>
          <p:cNvSpPr/>
          <p:nvPr/>
        </p:nvSpPr>
        <p:spPr>
          <a:xfrm rot="2814465">
            <a:off x="5731615" y="4621725"/>
            <a:ext cx="5011544" cy="5572708"/>
          </a:xfrm>
          <a:prstGeom prst="roundRect">
            <a:avLst/>
          </a:prstGeom>
          <a:solidFill>
            <a:srgbClr val="94C0E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13613F1-8F12-6539-E828-8EEC61CB47CD}"/>
              </a:ext>
            </a:extLst>
          </p:cNvPr>
          <p:cNvSpPr/>
          <p:nvPr/>
        </p:nvSpPr>
        <p:spPr>
          <a:xfrm rot="16200000">
            <a:off x="1219645" y="618901"/>
            <a:ext cx="1297172" cy="5620197"/>
          </a:xfrm>
          <a:prstGeom prst="roundRect">
            <a:avLst/>
          </a:prstGeom>
          <a:solidFill>
            <a:srgbClr val="94C0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5042CB7-A9E7-AB50-CC96-9EB5F731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246" y="2775097"/>
            <a:ext cx="1671084" cy="1297172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大綱</a:t>
            </a: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27D9F793-93C0-7677-9A9A-097FE784B620}"/>
              </a:ext>
            </a:extLst>
          </p:cNvPr>
          <p:cNvGrpSpPr/>
          <p:nvPr/>
        </p:nvGrpSpPr>
        <p:grpSpPr>
          <a:xfrm>
            <a:off x="6838402" y="311042"/>
            <a:ext cx="2797969" cy="6225282"/>
            <a:chOff x="6099899" y="721200"/>
            <a:chExt cx="2797969" cy="6225282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6076F08D-684C-9459-4D0C-1A5D41412009}"/>
                </a:ext>
              </a:extLst>
            </p:cNvPr>
            <p:cNvSpPr txBox="1"/>
            <p:nvPr/>
          </p:nvSpPr>
          <p:spPr>
            <a:xfrm>
              <a:off x="6964325" y="764433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研究動機</a:t>
              </a: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FE1C09EB-EEC9-0EC3-9F0B-BDC7B0D8D680}"/>
                </a:ext>
              </a:extLst>
            </p:cNvPr>
            <p:cNvSpPr txBox="1"/>
            <p:nvPr/>
          </p:nvSpPr>
          <p:spPr>
            <a:xfrm>
              <a:off x="6964325" y="1565419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研究流程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2A09C4EF-68E3-1CF2-8CAA-7C85EF452971}"/>
                </a:ext>
              </a:extLst>
            </p:cNvPr>
            <p:cNvSpPr txBox="1"/>
            <p:nvPr/>
          </p:nvSpPr>
          <p:spPr>
            <a:xfrm>
              <a:off x="6964325" y="3169820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系統架構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903F194E-10D9-21C3-2B3D-893FA778C705}"/>
                </a:ext>
              </a:extLst>
            </p:cNvPr>
            <p:cNvSpPr txBox="1"/>
            <p:nvPr/>
          </p:nvSpPr>
          <p:spPr>
            <a:xfrm>
              <a:off x="6964325" y="2366405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系統設計</a:t>
              </a: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BAEFC4C-1985-76FA-9780-11680332D8ED}"/>
                </a:ext>
              </a:extLst>
            </p:cNvPr>
            <p:cNvSpPr txBox="1"/>
            <p:nvPr/>
          </p:nvSpPr>
          <p:spPr>
            <a:xfrm>
              <a:off x="6964325" y="3968377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後端架構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B997FB02-87B5-CF6A-5F91-58E8C19B6AF0}"/>
                </a:ext>
              </a:extLst>
            </p:cNvPr>
            <p:cNvSpPr txBox="1"/>
            <p:nvPr/>
          </p:nvSpPr>
          <p:spPr>
            <a:xfrm>
              <a:off x="6964325" y="5570348"/>
              <a:ext cx="19335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成果</a:t>
              </a:r>
              <a:r>
                <a:rPr lang="en-US" altLang="zh-TW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Demo</a:t>
              </a:r>
              <a:endPara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8" name="圖片 17" descr="一張含有 標誌, 圖形, 符號, 圓形 的圖片&#10;&#10;AI 產生的內容可能不正確。">
              <a:extLst>
                <a:ext uri="{FF2B5EF4-FFF2-40B4-BE49-F238E27FC236}">
                  <a16:creationId xmlns:a16="http://schemas.microsoft.com/office/drawing/2014/main" id="{AC1CF300-DC7A-F05A-2B0C-D555F2DB1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899" y="721200"/>
              <a:ext cx="609685" cy="609685"/>
            </a:xfrm>
            <a:prstGeom prst="rect">
              <a:avLst/>
            </a:prstGeom>
          </p:spPr>
        </p:pic>
        <p:pic>
          <p:nvPicPr>
            <p:cNvPr id="20" name="圖片 19" descr="一張含有 圓形, 圖形, 符號 的圖片&#10;&#10;AI 產生的內容可能不正確。">
              <a:extLst>
                <a:ext uri="{FF2B5EF4-FFF2-40B4-BE49-F238E27FC236}">
                  <a16:creationId xmlns:a16="http://schemas.microsoft.com/office/drawing/2014/main" id="{0022E858-8C97-116C-F7E5-DD9F0B297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899" y="4732340"/>
              <a:ext cx="609685" cy="609685"/>
            </a:xfrm>
            <a:prstGeom prst="rect">
              <a:avLst/>
            </a:prstGeom>
          </p:spPr>
        </p:pic>
        <p:pic>
          <p:nvPicPr>
            <p:cNvPr id="22" name="圖片 21" descr="一張含有 符號, 圖形 的圖片&#10;&#10;AI 產生的內容可能不正確。">
              <a:extLst>
                <a:ext uri="{FF2B5EF4-FFF2-40B4-BE49-F238E27FC236}">
                  <a16:creationId xmlns:a16="http://schemas.microsoft.com/office/drawing/2014/main" id="{3FC5864D-B7EC-19E1-B7E9-38236FF3D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899" y="3930112"/>
              <a:ext cx="609685" cy="609685"/>
            </a:xfrm>
            <a:prstGeom prst="rect">
              <a:avLst/>
            </a:prstGeom>
          </p:spPr>
        </p:pic>
        <p:pic>
          <p:nvPicPr>
            <p:cNvPr id="24" name="圖片 23" descr="一張含有 符號, 標誌 的圖片&#10;&#10;AI 產生的內容可能不正確。">
              <a:extLst>
                <a:ext uri="{FF2B5EF4-FFF2-40B4-BE49-F238E27FC236}">
                  <a16:creationId xmlns:a16="http://schemas.microsoft.com/office/drawing/2014/main" id="{D187C7A8-32BF-BE3D-F6F8-DC8491FE6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899" y="3127884"/>
              <a:ext cx="609685" cy="609685"/>
            </a:xfrm>
            <a:prstGeom prst="rect">
              <a:avLst/>
            </a:prstGeom>
          </p:spPr>
        </p:pic>
        <p:pic>
          <p:nvPicPr>
            <p:cNvPr id="26" name="圖片 25" descr="一張含有 符號, 圓形 的圖片&#10;&#10;AI 產生的內容可能不正確。">
              <a:extLst>
                <a:ext uri="{FF2B5EF4-FFF2-40B4-BE49-F238E27FC236}">
                  <a16:creationId xmlns:a16="http://schemas.microsoft.com/office/drawing/2014/main" id="{CBBC6212-70A7-E595-E150-020969DBD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899" y="2325656"/>
              <a:ext cx="609685" cy="609685"/>
            </a:xfrm>
            <a:prstGeom prst="rect">
              <a:avLst/>
            </a:prstGeom>
          </p:spPr>
        </p:pic>
        <p:pic>
          <p:nvPicPr>
            <p:cNvPr id="28" name="圖片 27" descr="一張含有 圖形 的圖片&#10;&#10;AI 產生的內容可能不正確。">
              <a:extLst>
                <a:ext uri="{FF2B5EF4-FFF2-40B4-BE49-F238E27FC236}">
                  <a16:creationId xmlns:a16="http://schemas.microsoft.com/office/drawing/2014/main" id="{52545256-0085-4079-1065-175441E6B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899" y="1523428"/>
              <a:ext cx="609685" cy="609685"/>
            </a:xfrm>
            <a:prstGeom prst="rect">
              <a:avLst/>
            </a:prstGeom>
          </p:spPr>
        </p:pic>
        <p:pic>
          <p:nvPicPr>
            <p:cNvPr id="13" name="圖片 12" descr="一張含有 圖形, 符號 的圖片&#10;&#10;AI 產生的內容可能不正確。">
              <a:extLst>
                <a:ext uri="{FF2B5EF4-FFF2-40B4-BE49-F238E27FC236}">
                  <a16:creationId xmlns:a16="http://schemas.microsoft.com/office/drawing/2014/main" id="{EA23D8AE-0449-536A-EA6A-8CC1EC70E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899" y="5534568"/>
              <a:ext cx="609685" cy="609685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35D9D722-D38B-A32B-087A-DFB7F7F1C4AE}"/>
                </a:ext>
              </a:extLst>
            </p:cNvPr>
            <p:cNvSpPr txBox="1"/>
            <p:nvPr/>
          </p:nvSpPr>
          <p:spPr>
            <a:xfrm>
              <a:off x="6964325" y="4769362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前端架構</a:t>
              </a:r>
            </a:p>
          </p:txBody>
        </p:sp>
        <p:pic>
          <p:nvPicPr>
            <p:cNvPr id="10" name="圖片 9" descr="一張含有 圓形 的圖片&#10;&#10;AI 產生的內容可能不正確。">
              <a:extLst>
                <a:ext uri="{FF2B5EF4-FFF2-40B4-BE49-F238E27FC236}">
                  <a16:creationId xmlns:a16="http://schemas.microsoft.com/office/drawing/2014/main" id="{A2192922-A8D2-B4FA-EDFD-7C8C7F7C0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899" y="6336797"/>
              <a:ext cx="609685" cy="609685"/>
            </a:xfrm>
            <a:prstGeom prst="rect">
              <a:avLst/>
            </a:prstGeom>
          </p:spPr>
        </p:pic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25FE7663-C30C-9026-B743-6C7ABFA28BBF}"/>
                </a:ext>
              </a:extLst>
            </p:cNvPr>
            <p:cNvSpPr txBox="1"/>
            <p:nvPr/>
          </p:nvSpPr>
          <p:spPr>
            <a:xfrm>
              <a:off x="6964324" y="6378733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未來展望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156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5C6D395E-C02B-BC0E-1925-C27076616BD9}"/>
              </a:ext>
            </a:extLst>
          </p:cNvPr>
          <p:cNvSpPr/>
          <p:nvPr/>
        </p:nvSpPr>
        <p:spPr>
          <a:xfrm rot="2814465">
            <a:off x="9829112" y="-1259714"/>
            <a:ext cx="3758634" cy="5137190"/>
          </a:xfrm>
          <a:prstGeom prst="roundRect">
            <a:avLst/>
          </a:prstGeom>
          <a:solidFill>
            <a:schemeClr val="bg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5141B62-9E3F-7998-387E-2C7AEEA57CB3}"/>
              </a:ext>
            </a:extLst>
          </p:cNvPr>
          <p:cNvSpPr/>
          <p:nvPr/>
        </p:nvSpPr>
        <p:spPr>
          <a:xfrm rot="2814465">
            <a:off x="-1676759" y="669574"/>
            <a:ext cx="4325932" cy="6340709"/>
          </a:xfrm>
          <a:prstGeom prst="roundRect">
            <a:avLst/>
          </a:prstGeom>
          <a:solidFill>
            <a:srgbClr val="D5EA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標題 4">
            <a:extLst>
              <a:ext uri="{FF2B5EF4-FFF2-40B4-BE49-F238E27FC236}">
                <a16:creationId xmlns:a16="http://schemas.microsoft.com/office/drawing/2014/main" id="{22F85E85-CFFB-0400-67CB-7A5B8A426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</a:t>
            </a:r>
            <a:r>
              <a:rPr lang="zh-TW" altLang="en-US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動機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1D07776-0DEB-A73E-5E32-316FA07F5BD7}"/>
              </a:ext>
            </a:extLst>
          </p:cNvPr>
          <p:cNvCxnSpPr>
            <a:cxnSpLocks/>
          </p:cNvCxnSpPr>
          <p:nvPr/>
        </p:nvCxnSpPr>
        <p:spPr>
          <a:xfrm>
            <a:off x="0" y="1495056"/>
            <a:ext cx="3416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圖片 6" descr="一張含有 服裝, 足部穿著, 人員, 男人 的圖片&#10;&#10;AI 產生的內容可能不正確。">
            <a:extLst>
              <a:ext uri="{FF2B5EF4-FFF2-40B4-BE49-F238E27FC236}">
                <a16:creationId xmlns:a16="http://schemas.microsoft.com/office/drawing/2014/main" id="{51C70283-6E9F-8EA1-E48D-ADEABAB12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929" y="1308881"/>
            <a:ext cx="5652376" cy="4240238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F2DD7F5C-44B9-B2B1-DF3C-A430391FE924}"/>
              </a:ext>
            </a:extLst>
          </p:cNvPr>
          <p:cNvSpPr txBox="1"/>
          <p:nvPr/>
        </p:nvSpPr>
        <p:spPr>
          <a:xfrm>
            <a:off x="5068053" y="5697992"/>
            <a:ext cx="3058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校園企業徵才媒合會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7145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88111-78AA-42C4-CBC0-756434E8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49D135C4-8EDF-BAFB-BE0D-B2ED0636D572}"/>
              </a:ext>
            </a:extLst>
          </p:cNvPr>
          <p:cNvSpPr/>
          <p:nvPr/>
        </p:nvSpPr>
        <p:spPr>
          <a:xfrm rot="2814465">
            <a:off x="4673416" y="2446197"/>
            <a:ext cx="5133153" cy="7804865"/>
          </a:xfrm>
          <a:prstGeom prst="roundRect">
            <a:avLst/>
          </a:prstGeom>
          <a:solidFill>
            <a:srgbClr val="D5EA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D607BC74-7984-1646-A22E-3CA86C62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</a:t>
            </a:r>
            <a:r>
              <a:rPr lang="zh-TW" altLang="en-US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動機</a:t>
            </a:r>
          </a:p>
        </p:txBody>
      </p:sp>
      <p:graphicFrame>
        <p:nvGraphicFramePr>
          <p:cNvPr id="6" name="資料庫圖表 5">
            <a:extLst>
              <a:ext uri="{FF2B5EF4-FFF2-40B4-BE49-F238E27FC236}">
                <a16:creationId xmlns:a16="http://schemas.microsoft.com/office/drawing/2014/main" id="{2F3FEE2B-E1C4-F170-950D-7B338DE179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6042753"/>
              </p:ext>
            </p:extLst>
          </p:nvPr>
        </p:nvGraphicFramePr>
        <p:xfrm>
          <a:off x="1185678" y="1181783"/>
          <a:ext cx="9820644" cy="5418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241D7E72-AC51-8269-1603-2E9F19A0F9B0}"/>
              </a:ext>
            </a:extLst>
          </p:cNvPr>
          <p:cNvCxnSpPr>
            <a:cxnSpLocks/>
          </p:cNvCxnSpPr>
          <p:nvPr/>
        </p:nvCxnSpPr>
        <p:spPr>
          <a:xfrm>
            <a:off x="6817290" y="3967692"/>
            <a:ext cx="273790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336214C-A3F8-F3F8-CCCF-D2A68AEDE989}"/>
              </a:ext>
            </a:extLst>
          </p:cNvPr>
          <p:cNvCxnSpPr>
            <a:cxnSpLocks/>
          </p:cNvCxnSpPr>
          <p:nvPr/>
        </p:nvCxnSpPr>
        <p:spPr>
          <a:xfrm>
            <a:off x="3902000" y="2917825"/>
            <a:ext cx="1309798" cy="6477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2804673-FC32-B6C7-3C80-32D1BF9151B8}"/>
              </a:ext>
            </a:extLst>
          </p:cNvPr>
          <p:cNvCxnSpPr>
            <a:cxnSpLocks/>
          </p:cNvCxnSpPr>
          <p:nvPr/>
        </p:nvCxnSpPr>
        <p:spPr>
          <a:xfrm flipV="1">
            <a:off x="3902000" y="4337050"/>
            <a:ext cx="1309798" cy="6124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2E98541-C0B9-2C26-47E6-4F152D59C028}"/>
              </a:ext>
            </a:extLst>
          </p:cNvPr>
          <p:cNvCxnSpPr>
            <a:cxnSpLocks/>
          </p:cNvCxnSpPr>
          <p:nvPr/>
        </p:nvCxnSpPr>
        <p:spPr>
          <a:xfrm flipV="1">
            <a:off x="6817290" y="2650067"/>
            <a:ext cx="1276350" cy="80433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147519D-A2C5-671F-798B-D7A25E49CD4E}"/>
              </a:ext>
            </a:extLst>
          </p:cNvPr>
          <p:cNvCxnSpPr>
            <a:cxnSpLocks/>
          </p:cNvCxnSpPr>
          <p:nvPr/>
        </p:nvCxnSpPr>
        <p:spPr>
          <a:xfrm>
            <a:off x="6817290" y="4506383"/>
            <a:ext cx="1346200" cy="89535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DD73F21E-5B5E-2170-8723-9AB0B73F0378}"/>
              </a:ext>
            </a:extLst>
          </p:cNvPr>
          <p:cNvCxnSpPr>
            <a:cxnSpLocks/>
          </p:cNvCxnSpPr>
          <p:nvPr/>
        </p:nvCxnSpPr>
        <p:spPr>
          <a:xfrm>
            <a:off x="0" y="1495056"/>
            <a:ext cx="3416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54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54183-216D-3295-C189-CCE28C7F5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D389356-D39B-6E86-3A4A-B40BEBB37A3F}"/>
              </a:ext>
            </a:extLst>
          </p:cNvPr>
          <p:cNvSpPr/>
          <p:nvPr/>
        </p:nvSpPr>
        <p:spPr>
          <a:xfrm rot="2814465">
            <a:off x="8478193" y="-1329507"/>
            <a:ext cx="3613883" cy="5716191"/>
          </a:xfrm>
          <a:prstGeom prst="roundRect">
            <a:avLst/>
          </a:prstGeom>
          <a:solidFill>
            <a:srgbClr val="D5EA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5AFFF847-87B6-9AB5-24ED-7F38527F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</a:t>
            </a:r>
            <a:r>
              <a:rPr lang="zh-TW" altLang="en-US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流程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D513279C-91BC-1931-0577-E01041B02FB3}"/>
              </a:ext>
            </a:extLst>
          </p:cNvPr>
          <p:cNvCxnSpPr>
            <a:cxnSpLocks/>
          </p:cNvCxnSpPr>
          <p:nvPr/>
        </p:nvCxnSpPr>
        <p:spPr>
          <a:xfrm>
            <a:off x="8775700" y="1495056"/>
            <a:ext cx="3416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圖片 2" descr="一張含有 圖表, 行, 方案, 工程製圖 的圖片&#10;&#10;AI 產生的內容可能不正確。">
            <a:extLst>
              <a:ext uri="{FF2B5EF4-FFF2-40B4-BE49-F238E27FC236}">
                <a16:creationId xmlns:a16="http://schemas.microsoft.com/office/drawing/2014/main" id="{6A956343-66BB-D709-4574-DC119F451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60" y="201136"/>
            <a:ext cx="7466560" cy="645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7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A2DD6-BE88-D372-5DB9-F59E39A7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EFECA1B8-DB07-E902-3662-34E2A07A7637}"/>
              </a:ext>
            </a:extLst>
          </p:cNvPr>
          <p:cNvSpPr/>
          <p:nvPr/>
        </p:nvSpPr>
        <p:spPr>
          <a:xfrm rot="2814465">
            <a:off x="9068751" y="-1153048"/>
            <a:ext cx="2837223" cy="3622639"/>
          </a:xfrm>
          <a:prstGeom prst="roundRect">
            <a:avLst/>
          </a:prstGeom>
          <a:solidFill>
            <a:srgbClr val="94C0E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標題 4">
            <a:extLst>
              <a:ext uri="{FF2B5EF4-FFF2-40B4-BE49-F238E27FC236}">
                <a16:creationId xmlns:a16="http://schemas.microsoft.com/office/drawing/2014/main" id="{AF1B1F3D-FAC7-5455-5B4D-F704ECD6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8AC0AFA-D302-687C-FB85-B26D34BE3FA6}"/>
              </a:ext>
            </a:extLst>
          </p:cNvPr>
          <p:cNvCxnSpPr>
            <a:cxnSpLocks/>
          </p:cNvCxnSpPr>
          <p:nvPr/>
        </p:nvCxnSpPr>
        <p:spPr>
          <a:xfrm>
            <a:off x="9909544" y="1750238"/>
            <a:ext cx="2282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圖片 8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C17CD519-C2F4-D4BB-2B68-A88CC362F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48" y="456279"/>
            <a:ext cx="2674800" cy="5945443"/>
          </a:xfrm>
          <a:prstGeom prst="rect">
            <a:avLst/>
          </a:prstGeom>
          <a:ln w="38100">
            <a:noFill/>
          </a:ln>
        </p:spPr>
      </p:pic>
      <p:pic>
        <p:nvPicPr>
          <p:cNvPr id="10" name="圖片 9" descr="一張含有 文字, 螢幕擷取畫面, 軟體, 網站 的圖片&#10;&#10;AI 產生的內容可能不正確。">
            <a:extLst>
              <a:ext uri="{FF2B5EF4-FFF2-40B4-BE49-F238E27FC236}">
                <a16:creationId xmlns:a16="http://schemas.microsoft.com/office/drawing/2014/main" id="{6C0BE061-BCEA-3A5C-1C78-DE387D73A4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000" y="456279"/>
            <a:ext cx="2674800" cy="5945442"/>
          </a:xfrm>
          <a:prstGeom prst="rect">
            <a:avLst/>
          </a:prstGeom>
          <a:ln w="38100">
            <a:noFill/>
          </a:ln>
        </p:spPr>
      </p:pic>
      <p:pic>
        <p:nvPicPr>
          <p:cNvPr id="2" name="圖片 1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3BBACC46-3A04-F6F8-37C5-F693ECABEF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552" y="456279"/>
            <a:ext cx="2749237" cy="59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90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6FCB1-1D27-5DA1-6D99-DCFAC4A1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E3B41FDD-51D9-1110-2A24-2F08D37291CC}"/>
              </a:ext>
            </a:extLst>
          </p:cNvPr>
          <p:cNvSpPr/>
          <p:nvPr/>
        </p:nvSpPr>
        <p:spPr>
          <a:xfrm rot="2814465">
            <a:off x="-1417781" y="-85853"/>
            <a:ext cx="3300971" cy="3991402"/>
          </a:xfrm>
          <a:prstGeom prst="roundRect">
            <a:avLst/>
          </a:prstGeom>
          <a:solidFill>
            <a:srgbClr val="D5EA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F910373-CC04-3289-0BB0-8132ED3B5E3A}"/>
              </a:ext>
            </a:extLst>
          </p:cNvPr>
          <p:cNvSpPr/>
          <p:nvPr/>
        </p:nvSpPr>
        <p:spPr>
          <a:xfrm>
            <a:off x="514635" y="5128468"/>
            <a:ext cx="2587086" cy="666053"/>
          </a:xfrm>
          <a:prstGeom prst="roundRect">
            <a:avLst>
              <a:gd name="adj" fmla="val 50000"/>
            </a:avLst>
          </a:prstGeom>
          <a:solidFill>
            <a:srgbClr val="94C0E8"/>
          </a:solidFill>
          <a:ln w="38100">
            <a:solidFill>
              <a:srgbClr val="D5E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0AAEEE48-B337-11E3-3B4C-0D4F2690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</a:t>
            </a:r>
          </a:p>
        </p:txBody>
      </p:sp>
      <p:pic>
        <p:nvPicPr>
          <p:cNvPr id="1026" name="Picture 2" descr="Booth - Free entertainment icons">
            <a:extLst>
              <a:ext uri="{FF2B5EF4-FFF2-40B4-BE49-F238E27FC236}">
                <a16:creationId xmlns:a16="http://schemas.microsoft.com/office/drawing/2014/main" id="{4460A780-9EE4-CA2E-08C9-0A35F3CB6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367" y="609810"/>
            <a:ext cx="1421618" cy="1421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xhibition - Free monuments icons">
            <a:extLst>
              <a:ext uri="{FF2B5EF4-FFF2-40B4-BE49-F238E27FC236}">
                <a16:creationId xmlns:a16="http://schemas.microsoft.com/office/drawing/2014/main" id="{15926857-3628-9385-1921-04ED3C6DA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30" y="2798188"/>
            <a:ext cx="2236971" cy="223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Exhibition - Free art and design icons">
            <a:extLst>
              <a:ext uri="{FF2B5EF4-FFF2-40B4-BE49-F238E27FC236}">
                <a16:creationId xmlns:a16="http://schemas.microsoft.com/office/drawing/2014/main" id="{CEA90B19-E451-B9C9-8786-E5C80692F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186" y="321644"/>
            <a:ext cx="1173412" cy="117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92FB04-AAF1-E40F-7E58-627B95317555}"/>
              </a:ext>
            </a:extLst>
          </p:cNvPr>
          <p:cNvSpPr txBox="1"/>
          <p:nvPr/>
        </p:nvSpPr>
        <p:spPr>
          <a:xfrm>
            <a:off x="838200" y="5169106"/>
            <a:ext cx="1939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215F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展會</a:t>
            </a:r>
          </a:p>
        </p:txBody>
      </p:sp>
      <p:pic>
        <p:nvPicPr>
          <p:cNvPr id="2" name="Picture 2" descr="Booth - Free entertainment icons">
            <a:extLst>
              <a:ext uri="{FF2B5EF4-FFF2-40B4-BE49-F238E27FC236}">
                <a16:creationId xmlns:a16="http://schemas.microsoft.com/office/drawing/2014/main" id="{B9537650-3E9E-A058-E267-E3E58C27A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176" y="2276113"/>
            <a:ext cx="1421618" cy="1421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ooth - Free entertainment icons">
            <a:extLst>
              <a:ext uri="{FF2B5EF4-FFF2-40B4-BE49-F238E27FC236}">
                <a16:creationId xmlns:a16="http://schemas.microsoft.com/office/drawing/2014/main" id="{E35FA5C6-1597-CF01-BC4A-582080F58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367" y="5169106"/>
            <a:ext cx="1421618" cy="1421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E025DF63-B184-E5E3-34F9-A5A5CB6E669B}"/>
              </a:ext>
            </a:extLst>
          </p:cNvPr>
          <p:cNvSpPr/>
          <p:nvPr/>
        </p:nvSpPr>
        <p:spPr>
          <a:xfrm>
            <a:off x="5797985" y="5965311"/>
            <a:ext cx="2587086" cy="666053"/>
          </a:xfrm>
          <a:prstGeom prst="roundRect">
            <a:avLst>
              <a:gd name="adj" fmla="val 50000"/>
            </a:avLst>
          </a:prstGeom>
          <a:solidFill>
            <a:srgbClr val="94C0E8"/>
          </a:solidFill>
          <a:ln w="38100">
            <a:solidFill>
              <a:srgbClr val="D5E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74AFA73-DD06-3CE0-88AC-729976A72C8F}"/>
              </a:ext>
            </a:extLst>
          </p:cNvPr>
          <p:cNvSpPr txBox="1"/>
          <p:nvPr/>
        </p:nvSpPr>
        <p:spPr>
          <a:xfrm>
            <a:off x="6053423" y="6005949"/>
            <a:ext cx="2076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215F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Booth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攤位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3B0C3DF-0F4F-6AA5-5B28-4C0CF54E7AF0}"/>
              </a:ext>
            </a:extLst>
          </p:cNvPr>
          <p:cNvSpPr/>
          <p:nvPr/>
        </p:nvSpPr>
        <p:spPr>
          <a:xfrm>
            <a:off x="9300381" y="4733358"/>
            <a:ext cx="2728667" cy="666053"/>
          </a:xfrm>
          <a:prstGeom prst="roundRect">
            <a:avLst>
              <a:gd name="adj" fmla="val 50000"/>
            </a:avLst>
          </a:prstGeom>
          <a:solidFill>
            <a:srgbClr val="94C0E8"/>
          </a:solidFill>
          <a:ln w="38100">
            <a:solidFill>
              <a:srgbClr val="D5E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0EC97C3-1B8C-88D9-B6D8-229201F7F6A7}"/>
              </a:ext>
            </a:extLst>
          </p:cNvPr>
          <p:cNvSpPr txBox="1"/>
          <p:nvPr/>
        </p:nvSpPr>
        <p:spPr>
          <a:xfrm>
            <a:off x="9444668" y="4773996"/>
            <a:ext cx="2440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215F9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Content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展品</a:t>
            </a:r>
          </a:p>
        </p:txBody>
      </p:sp>
      <p:pic>
        <p:nvPicPr>
          <p:cNvPr id="19" name="Picture 8" descr="Exhibition - Free art and design icons">
            <a:extLst>
              <a:ext uri="{FF2B5EF4-FFF2-40B4-BE49-F238E27FC236}">
                <a16:creationId xmlns:a16="http://schemas.microsoft.com/office/drawing/2014/main" id="{A6CA73A1-011E-1D78-6224-A42AC2F7E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5506" y="1876114"/>
            <a:ext cx="1173412" cy="117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Exhibition - Free art and design icons">
            <a:extLst>
              <a:ext uri="{FF2B5EF4-FFF2-40B4-BE49-F238E27FC236}">
                <a16:creationId xmlns:a16="http://schemas.microsoft.com/office/drawing/2014/main" id="{A3D882B5-A300-0678-2766-403F593C5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186" y="4448453"/>
            <a:ext cx="1173412" cy="117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0712198-3A56-5C09-7C5E-C11C0FC15BF8}"/>
              </a:ext>
            </a:extLst>
          </p:cNvPr>
          <p:cNvCxnSpPr>
            <a:cxnSpLocks/>
          </p:cNvCxnSpPr>
          <p:nvPr/>
        </p:nvCxnSpPr>
        <p:spPr>
          <a:xfrm flipV="1">
            <a:off x="2749827" y="1642138"/>
            <a:ext cx="1563409" cy="126295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CE862C90-9D2D-BEA2-99AA-0C96870655C7}"/>
              </a:ext>
            </a:extLst>
          </p:cNvPr>
          <p:cNvCxnSpPr>
            <a:cxnSpLocks/>
          </p:cNvCxnSpPr>
          <p:nvPr/>
        </p:nvCxnSpPr>
        <p:spPr>
          <a:xfrm flipV="1">
            <a:off x="3285460" y="3138928"/>
            <a:ext cx="1701338" cy="36387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7F9FDA24-515E-B9B1-03DF-51693FBF2D1A}"/>
              </a:ext>
            </a:extLst>
          </p:cNvPr>
          <p:cNvCxnSpPr>
            <a:cxnSpLocks/>
          </p:cNvCxnSpPr>
          <p:nvPr/>
        </p:nvCxnSpPr>
        <p:spPr>
          <a:xfrm>
            <a:off x="3186680" y="4688958"/>
            <a:ext cx="1126556" cy="93290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橢圓 29">
            <a:extLst>
              <a:ext uri="{FF2B5EF4-FFF2-40B4-BE49-F238E27FC236}">
                <a16:creationId xmlns:a16="http://schemas.microsoft.com/office/drawing/2014/main" id="{165F342C-B1AA-CAEA-1B1C-2E3249C83E7A}"/>
              </a:ext>
            </a:extLst>
          </p:cNvPr>
          <p:cNvSpPr/>
          <p:nvPr/>
        </p:nvSpPr>
        <p:spPr>
          <a:xfrm>
            <a:off x="5544286" y="3983823"/>
            <a:ext cx="164948" cy="164948"/>
          </a:xfrm>
          <a:prstGeom prst="ellipse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DE90E2F7-637D-AD62-1570-1EF177696A1F}"/>
              </a:ext>
            </a:extLst>
          </p:cNvPr>
          <p:cNvSpPr/>
          <p:nvPr/>
        </p:nvSpPr>
        <p:spPr>
          <a:xfrm>
            <a:off x="5480940" y="4382450"/>
            <a:ext cx="164948" cy="164948"/>
          </a:xfrm>
          <a:prstGeom prst="ellipse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3B6EE247-EADE-802E-6FDE-30F311CAFDB9}"/>
              </a:ext>
            </a:extLst>
          </p:cNvPr>
          <p:cNvSpPr/>
          <p:nvPr/>
        </p:nvSpPr>
        <p:spPr>
          <a:xfrm>
            <a:off x="5390360" y="4773996"/>
            <a:ext cx="164948" cy="164948"/>
          </a:xfrm>
          <a:prstGeom prst="ellipse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2CEC72FC-41BB-1D83-14D5-6B385DCBA1A1}"/>
              </a:ext>
            </a:extLst>
          </p:cNvPr>
          <p:cNvCxnSpPr>
            <a:cxnSpLocks/>
          </p:cNvCxnSpPr>
          <p:nvPr/>
        </p:nvCxnSpPr>
        <p:spPr>
          <a:xfrm flipV="1">
            <a:off x="6609172" y="1351923"/>
            <a:ext cx="1242231" cy="113497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64949DFC-A421-636E-3C76-F86376C42A88}"/>
              </a:ext>
            </a:extLst>
          </p:cNvPr>
          <p:cNvCxnSpPr>
            <a:cxnSpLocks/>
          </p:cNvCxnSpPr>
          <p:nvPr/>
        </p:nvCxnSpPr>
        <p:spPr>
          <a:xfrm flipV="1">
            <a:off x="6728343" y="2598633"/>
            <a:ext cx="2001355" cy="19563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4FED7BCE-0529-8775-8B03-FA85D48379DE}"/>
              </a:ext>
            </a:extLst>
          </p:cNvPr>
          <p:cNvCxnSpPr>
            <a:cxnSpLocks/>
          </p:cNvCxnSpPr>
          <p:nvPr/>
        </p:nvCxnSpPr>
        <p:spPr>
          <a:xfrm>
            <a:off x="6728343" y="3590470"/>
            <a:ext cx="1123060" cy="120497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橢圓 47">
            <a:extLst>
              <a:ext uri="{FF2B5EF4-FFF2-40B4-BE49-F238E27FC236}">
                <a16:creationId xmlns:a16="http://schemas.microsoft.com/office/drawing/2014/main" id="{060946F8-887C-0951-9809-51111EDC49D5}"/>
              </a:ext>
            </a:extLst>
          </p:cNvPr>
          <p:cNvSpPr/>
          <p:nvPr/>
        </p:nvSpPr>
        <p:spPr>
          <a:xfrm>
            <a:off x="9217907" y="3292046"/>
            <a:ext cx="164948" cy="164948"/>
          </a:xfrm>
          <a:prstGeom prst="ellipse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34AA17FE-D6CB-83CA-9739-7C13CA7B63A7}"/>
              </a:ext>
            </a:extLst>
          </p:cNvPr>
          <p:cNvSpPr/>
          <p:nvPr/>
        </p:nvSpPr>
        <p:spPr>
          <a:xfrm>
            <a:off x="9046092" y="3681080"/>
            <a:ext cx="164948" cy="164948"/>
          </a:xfrm>
          <a:prstGeom prst="ellipse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6DF0621F-1E2B-A3C0-0FDA-01CA96F3DD59}"/>
              </a:ext>
            </a:extLst>
          </p:cNvPr>
          <p:cNvSpPr/>
          <p:nvPr/>
        </p:nvSpPr>
        <p:spPr>
          <a:xfrm>
            <a:off x="8881144" y="4066297"/>
            <a:ext cx="164948" cy="164948"/>
          </a:xfrm>
          <a:prstGeom prst="ellipse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0F2C0BD6-72E2-339B-6465-A840CA15BC00}"/>
              </a:ext>
            </a:extLst>
          </p:cNvPr>
          <p:cNvCxnSpPr>
            <a:cxnSpLocks/>
          </p:cNvCxnSpPr>
          <p:nvPr/>
        </p:nvCxnSpPr>
        <p:spPr>
          <a:xfrm>
            <a:off x="0" y="1750238"/>
            <a:ext cx="2282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43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C974D-3CD7-0572-425F-15EDD1F7F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圓角 8">
            <a:extLst>
              <a:ext uri="{FF2B5EF4-FFF2-40B4-BE49-F238E27FC236}">
                <a16:creationId xmlns:a16="http://schemas.microsoft.com/office/drawing/2014/main" id="{2FD3D148-B504-AAF8-D570-E705FB742BE2}"/>
              </a:ext>
            </a:extLst>
          </p:cNvPr>
          <p:cNvSpPr/>
          <p:nvPr/>
        </p:nvSpPr>
        <p:spPr>
          <a:xfrm rot="2814465">
            <a:off x="10441664" y="834558"/>
            <a:ext cx="2837223" cy="4556976"/>
          </a:xfrm>
          <a:prstGeom prst="roundRect">
            <a:avLst/>
          </a:prstGeom>
          <a:solidFill>
            <a:srgbClr val="D5EA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 descr="一張含有 圖表, 文字, 寫生, 行 的圖片&#10;&#10;AI 產生的內容可能不正確。">
            <a:extLst>
              <a:ext uri="{FF2B5EF4-FFF2-40B4-BE49-F238E27FC236}">
                <a16:creationId xmlns:a16="http://schemas.microsoft.com/office/drawing/2014/main" id="{6287B690-F420-A1E5-9DA8-B74B91FAE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219" y="520491"/>
            <a:ext cx="7352709" cy="5817017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A565DCB-AA11-849F-DC49-1231B7BFF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2924A5E-5C96-A961-4290-9F6A437CD39C}"/>
              </a:ext>
            </a:extLst>
          </p:cNvPr>
          <p:cNvCxnSpPr>
            <a:cxnSpLocks/>
          </p:cNvCxnSpPr>
          <p:nvPr/>
        </p:nvCxnSpPr>
        <p:spPr>
          <a:xfrm>
            <a:off x="9909544" y="1750238"/>
            <a:ext cx="2282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551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5F754-B85A-F108-1740-BD98D7E16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DC17627F-ADFB-436C-C2A0-170F7D7320EE}"/>
              </a:ext>
            </a:extLst>
          </p:cNvPr>
          <p:cNvSpPr/>
          <p:nvPr/>
        </p:nvSpPr>
        <p:spPr>
          <a:xfrm rot="2814465">
            <a:off x="-350538" y="2032884"/>
            <a:ext cx="5133153" cy="7804865"/>
          </a:xfrm>
          <a:prstGeom prst="roundRect">
            <a:avLst/>
          </a:prstGeom>
          <a:solidFill>
            <a:srgbClr val="D5EA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462D635C-9E6F-F2FE-76C4-EE12C885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zh-TW" altLang="en-US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540E0165-30B1-DE38-CC50-1CA2DF19D940}"/>
              </a:ext>
            </a:extLst>
          </p:cNvPr>
          <p:cNvCxnSpPr>
            <a:cxnSpLocks/>
          </p:cNvCxnSpPr>
          <p:nvPr/>
        </p:nvCxnSpPr>
        <p:spPr>
          <a:xfrm>
            <a:off x="0" y="1495056"/>
            <a:ext cx="3416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BF218E68-2C51-99A8-2811-336E18DFF3B8}"/>
              </a:ext>
            </a:extLst>
          </p:cNvPr>
          <p:cNvGrpSpPr/>
          <p:nvPr/>
        </p:nvGrpSpPr>
        <p:grpSpPr>
          <a:xfrm>
            <a:off x="5294171" y="359547"/>
            <a:ext cx="2255576" cy="1670038"/>
            <a:chOff x="5648367" y="353935"/>
            <a:chExt cx="2255576" cy="1670038"/>
          </a:xfrm>
        </p:grpSpPr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7D647FD3-A313-FC8A-2949-94C2CC75C38F}"/>
                </a:ext>
              </a:extLst>
            </p:cNvPr>
            <p:cNvSpPr/>
            <p:nvPr/>
          </p:nvSpPr>
          <p:spPr>
            <a:xfrm>
              <a:off x="5648369" y="815602"/>
              <a:ext cx="2255574" cy="1208371"/>
            </a:xfrm>
            <a:custGeom>
              <a:avLst/>
              <a:gdLst>
                <a:gd name="csX0" fmla="*/ 0 w 3187700"/>
                <a:gd name="csY0" fmla="*/ 0 h 2044700"/>
                <a:gd name="csX1" fmla="*/ 213794 w 3187700"/>
                <a:gd name="csY1" fmla="*/ 0 h 2044700"/>
                <a:gd name="csX2" fmla="*/ 2374900 w 3187700"/>
                <a:gd name="csY2" fmla="*/ 0 h 2044700"/>
                <a:gd name="csX3" fmla="*/ 2973906 w 3187700"/>
                <a:gd name="csY3" fmla="*/ 0 h 2044700"/>
                <a:gd name="csX4" fmla="*/ 3187700 w 3187700"/>
                <a:gd name="csY4" fmla="*/ 213794 h 2044700"/>
                <a:gd name="csX5" fmla="*/ 3187700 w 3187700"/>
                <a:gd name="csY5" fmla="*/ 1830906 h 2044700"/>
                <a:gd name="csX6" fmla="*/ 2973906 w 3187700"/>
                <a:gd name="csY6" fmla="*/ 2044700 h 2044700"/>
                <a:gd name="csX7" fmla="*/ 213794 w 3187700"/>
                <a:gd name="csY7" fmla="*/ 2044700 h 2044700"/>
                <a:gd name="csX8" fmla="*/ 0 w 3187700"/>
                <a:gd name="csY8" fmla="*/ 1830906 h 2044700"/>
                <a:gd name="csX9" fmla="*/ 0 w 3187700"/>
                <a:gd name="csY9" fmla="*/ 1181100 h 2044700"/>
                <a:gd name="csX10" fmla="*/ 0 w 3187700"/>
                <a:gd name="csY10" fmla="*/ 213794 h 2044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187700" h="2044700">
                  <a:moveTo>
                    <a:pt x="0" y="0"/>
                  </a:moveTo>
                  <a:lnTo>
                    <a:pt x="213794" y="0"/>
                  </a:lnTo>
                  <a:lnTo>
                    <a:pt x="2374900" y="0"/>
                  </a:lnTo>
                  <a:lnTo>
                    <a:pt x="2973906" y="0"/>
                  </a:lnTo>
                  <a:cubicBezTo>
                    <a:pt x="3091981" y="0"/>
                    <a:pt x="3187700" y="95719"/>
                    <a:pt x="3187700" y="213794"/>
                  </a:cubicBezTo>
                  <a:lnTo>
                    <a:pt x="3187700" y="1830906"/>
                  </a:lnTo>
                  <a:cubicBezTo>
                    <a:pt x="3187700" y="1948981"/>
                    <a:pt x="3091981" y="2044700"/>
                    <a:pt x="2973906" y="2044700"/>
                  </a:cubicBezTo>
                  <a:lnTo>
                    <a:pt x="213794" y="2044700"/>
                  </a:lnTo>
                  <a:cubicBezTo>
                    <a:pt x="95719" y="2044700"/>
                    <a:pt x="0" y="1948981"/>
                    <a:pt x="0" y="1830906"/>
                  </a:cubicBezTo>
                  <a:lnTo>
                    <a:pt x="0" y="1181100"/>
                  </a:lnTo>
                  <a:lnTo>
                    <a:pt x="0" y="213794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rgbClr val="94C0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B5C0327C-A07D-7A48-6BF1-40D7D13AD2EB}"/>
                </a:ext>
              </a:extLst>
            </p:cNvPr>
            <p:cNvSpPr/>
            <p:nvPr/>
          </p:nvSpPr>
          <p:spPr>
            <a:xfrm>
              <a:off x="5648368" y="353935"/>
              <a:ext cx="1574800" cy="461666"/>
            </a:xfrm>
            <a:custGeom>
              <a:avLst/>
              <a:gdLst>
                <a:gd name="csX0" fmla="*/ 255440 w 2543492"/>
                <a:gd name="csY0" fmla="*/ 0 h 636823"/>
                <a:gd name="csX1" fmla="*/ 2288052 w 2543492"/>
                <a:gd name="csY1" fmla="*/ 0 h 636823"/>
                <a:gd name="csX2" fmla="*/ 2543492 w 2543492"/>
                <a:gd name="csY2" fmla="*/ 636822 h 636823"/>
                <a:gd name="csX3" fmla="*/ 781888 w 2543492"/>
                <a:gd name="csY3" fmla="*/ 636822 h 636823"/>
                <a:gd name="csX4" fmla="*/ 781888 w 2543492"/>
                <a:gd name="csY4" fmla="*/ 636823 h 636823"/>
                <a:gd name="csX5" fmla="*/ 338086 w 2543492"/>
                <a:gd name="csY5" fmla="*/ 636823 h 636823"/>
                <a:gd name="csX6" fmla="*/ 187883 w 2543492"/>
                <a:gd name="csY6" fmla="*/ 636823 h 636823"/>
                <a:gd name="csX7" fmla="*/ 107950 w 2543492"/>
                <a:gd name="csY7" fmla="*/ 636823 h 636823"/>
                <a:gd name="csX8" fmla="*/ 3140 w 2543492"/>
                <a:gd name="csY8" fmla="*/ 636823 h 636823"/>
                <a:gd name="csX9" fmla="*/ 0 w 2543492"/>
                <a:gd name="csY9" fmla="*/ 636823 h 636823"/>
                <a:gd name="csX10" fmla="*/ 0 w 2543492"/>
                <a:gd name="csY10" fmla="*/ 636822 h 636823"/>
                <a:gd name="csX11" fmla="*/ 0 w 2543492"/>
                <a:gd name="csY11" fmla="*/ 390997 h 636823"/>
                <a:gd name="csX12" fmla="*/ 0 w 2543492"/>
                <a:gd name="csY12" fmla="*/ 374650 h 636823"/>
                <a:gd name="csX13" fmla="*/ 0 w 2543492"/>
                <a:gd name="csY13" fmla="*/ 245827 h 636823"/>
                <a:gd name="csX14" fmla="*/ 187883 w 2543492"/>
                <a:gd name="csY14" fmla="*/ 2 h 636823"/>
                <a:gd name="csX15" fmla="*/ 255440 w 2543492"/>
                <a:gd name="csY15" fmla="*/ 2 h 636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543492" h="636823">
                  <a:moveTo>
                    <a:pt x="255440" y="0"/>
                  </a:moveTo>
                  <a:lnTo>
                    <a:pt x="2288052" y="0"/>
                  </a:lnTo>
                  <a:lnTo>
                    <a:pt x="2543492" y="636822"/>
                  </a:lnTo>
                  <a:lnTo>
                    <a:pt x="781888" y="636822"/>
                  </a:lnTo>
                  <a:lnTo>
                    <a:pt x="781888" y="636823"/>
                  </a:lnTo>
                  <a:lnTo>
                    <a:pt x="338086" y="636823"/>
                  </a:lnTo>
                  <a:lnTo>
                    <a:pt x="187883" y="636823"/>
                  </a:lnTo>
                  <a:lnTo>
                    <a:pt x="107950" y="636823"/>
                  </a:lnTo>
                  <a:lnTo>
                    <a:pt x="3140" y="636823"/>
                  </a:lnTo>
                  <a:lnTo>
                    <a:pt x="0" y="636823"/>
                  </a:lnTo>
                  <a:lnTo>
                    <a:pt x="0" y="636822"/>
                  </a:lnTo>
                  <a:lnTo>
                    <a:pt x="0" y="390997"/>
                  </a:lnTo>
                  <a:lnTo>
                    <a:pt x="0" y="374650"/>
                  </a:lnTo>
                  <a:lnTo>
                    <a:pt x="0" y="245827"/>
                  </a:lnTo>
                  <a:cubicBezTo>
                    <a:pt x="0" y="110061"/>
                    <a:pt x="84118" y="2"/>
                    <a:pt x="187883" y="2"/>
                  </a:cubicBezTo>
                  <a:lnTo>
                    <a:pt x="255440" y="2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rgbClr val="94C0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03996B68-113E-8CC8-7D71-8B7DB0417534}"/>
                </a:ext>
              </a:extLst>
            </p:cNvPr>
            <p:cNvSpPr txBox="1"/>
            <p:nvPr/>
          </p:nvSpPr>
          <p:spPr>
            <a:xfrm>
              <a:off x="5648367" y="353936"/>
              <a:ext cx="14173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latin typeface="Arial" panose="020B0604020202020204" pitchFamily="34" charset="0"/>
                  <a:cs typeface="Arial" panose="020B0604020202020204" pitchFamily="34" charset="0"/>
                </a:rPr>
                <a:t>Frontend</a:t>
              </a:r>
              <a:endParaRPr lang="zh-TW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812F300F-FE1E-0D9D-977F-6861F849E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5000" b="92500" l="2613" r="97625">
                          <a14:foregroundMark x1="14964" y1="11667" x2="7601" y2="36667"/>
                          <a14:foregroundMark x1="4513" y1="45000" x2="2850" y2="48333"/>
                          <a14:foregroundMark x1="19002" y1="5000" x2="15677" y2="5000"/>
                          <a14:foregroundMark x1="16865" y1="54167" x2="11401" y2="73333"/>
                          <a14:foregroundMark x1="12827" y1="80833" x2="16152" y2="93333"/>
                          <a14:foregroundMark x1="35867" y1="55833" x2="35629" y2="42500"/>
                          <a14:foregroundMark x1="35392" y1="37500" x2="35629" y2="28333"/>
                          <a14:foregroundMark x1="36580" y1="26667" x2="42043" y2="25833"/>
                          <a14:foregroundMark x1="38242" y1="52500" x2="40380" y2="52500"/>
                          <a14:foregroundMark x1="36105" y1="59167" x2="36105" y2="69167"/>
                          <a14:foregroundMark x1="15202" y1="78333" x2="18290" y2="93333"/>
                          <a14:foregroundMark x1="47743" y1="32500" x2="47743" y2="47500"/>
                          <a14:foregroundMark x1="47506" y1="60000" x2="47268" y2="71667"/>
                          <a14:foregroundMark x1="52257" y1="50833" x2="52257" y2="60833"/>
                          <a14:foregroundMark x1="59857" y1="55000" x2="59857" y2="65833"/>
                          <a14:foregroundMark x1="53207" y1="74167" x2="54157" y2="77500"/>
                          <a14:foregroundMark x1="59145" y1="72500" x2="60333" y2="70833"/>
                          <a14:foregroundMark x1="65321" y1="42500" x2="67933" y2="42500"/>
                          <a14:foregroundMark x1="66271" y1="47500" x2="66508" y2="57500"/>
                          <a14:foregroundMark x1="66271" y1="65000" x2="66271" y2="70833"/>
                          <a14:foregroundMark x1="66508" y1="76667" x2="67933" y2="76667"/>
                          <a14:foregroundMark x1="72922" y1="43333" x2="75059" y2="43333"/>
                          <a14:foregroundMark x1="74109" y1="64167" x2="74584" y2="70833"/>
                          <a14:foregroundMark x1="79810" y1="55833" x2="80760" y2="55833"/>
                          <a14:foregroundMark x1="88361" y1="48333" x2="89074" y2="51667"/>
                          <a14:foregroundMark x1="84323" y1="40000" x2="83135" y2="41667"/>
                          <a14:foregroundMark x1="80523" y1="65000" x2="81710" y2="70833"/>
                          <a14:foregroundMark x1="84086" y1="77500" x2="85748" y2="77500"/>
                          <a14:foregroundMark x1="93587" y1="45833" x2="93587" y2="55000"/>
                          <a14:foregroundMark x1="96200" y1="43333" x2="97625" y2="42500"/>
                          <a14:foregroundMark x1="93587" y1="65000" x2="93587" y2="6833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09935" y="1157351"/>
              <a:ext cx="1841426" cy="524872"/>
            </a:xfrm>
            <a:prstGeom prst="rect">
              <a:avLst/>
            </a:prstGeom>
          </p:spPr>
        </p:pic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5FFBC1C6-CB6C-A334-E3CE-7E662A194F31}"/>
              </a:ext>
            </a:extLst>
          </p:cNvPr>
          <p:cNvGrpSpPr/>
          <p:nvPr/>
        </p:nvGrpSpPr>
        <p:grpSpPr>
          <a:xfrm>
            <a:off x="3416300" y="2589589"/>
            <a:ext cx="2325504" cy="1705565"/>
            <a:chOff x="3770496" y="2583977"/>
            <a:chExt cx="2325504" cy="1705565"/>
          </a:xfrm>
        </p:grpSpPr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24149833-4736-EADF-BE3F-484B206B7304}"/>
                </a:ext>
              </a:extLst>
            </p:cNvPr>
            <p:cNvSpPr/>
            <p:nvPr/>
          </p:nvSpPr>
          <p:spPr>
            <a:xfrm>
              <a:off x="3770497" y="3045644"/>
              <a:ext cx="2325503" cy="1243898"/>
            </a:xfrm>
            <a:custGeom>
              <a:avLst/>
              <a:gdLst>
                <a:gd name="csX0" fmla="*/ 0 w 3187700"/>
                <a:gd name="csY0" fmla="*/ 0 h 2044700"/>
                <a:gd name="csX1" fmla="*/ 213794 w 3187700"/>
                <a:gd name="csY1" fmla="*/ 0 h 2044700"/>
                <a:gd name="csX2" fmla="*/ 2374900 w 3187700"/>
                <a:gd name="csY2" fmla="*/ 0 h 2044700"/>
                <a:gd name="csX3" fmla="*/ 2973906 w 3187700"/>
                <a:gd name="csY3" fmla="*/ 0 h 2044700"/>
                <a:gd name="csX4" fmla="*/ 3187700 w 3187700"/>
                <a:gd name="csY4" fmla="*/ 213794 h 2044700"/>
                <a:gd name="csX5" fmla="*/ 3187700 w 3187700"/>
                <a:gd name="csY5" fmla="*/ 1830906 h 2044700"/>
                <a:gd name="csX6" fmla="*/ 2973906 w 3187700"/>
                <a:gd name="csY6" fmla="*/ 2044700 h 2044700"/>
                <a:gd name="csX7" fmla="*/ 213794 w 3187700"/>
                <a:gd name="csY7" fmla="*/ 2044700 h 2044700"/>
                <a:gd name="csX8" fmla="*/ 0 w 3187700"/>
                <a:gd name="csY8" fmla="*/ 1830906 h 2044700"/>
                <a:gd name="csX9" fmla="*/ 0 w 3187700"/>
                <a:gd name="csY9" fmla="*/ 1181100 h 2044700"/>
                <a:gd name="csX10" fmla="*/ 0 w 3187700"/>
                <a:gd name="csY10" fmla="*/ 213794 h 2044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187700" h="2044700">
                  <a:moveTo>
                    <a:pt x="0" y="0"/>
                  </a:moveTo>
                  <a:lnTo>
                    <a:pt x="213794" y="0"/>
                  </a:lnTo>
                  <a:lnTo>
                    <a:pt x="2374900" y="0"/>
                  </a:lnTo>
                  <a:lnTo>
                    <a:pt x="2973906" y="0"/>
                  </a:lnTo>
                  <a:cubicBezTo>
                    <a:pt x="3091981" y="0"/>
                    <a:pt x="3187700" y="95719"/>
                    <a:pt x="3187700" y="213794"/>
                  </a:cubicBezTo>
                  <a:lnTo>
                    <a:pt x="3187700" y="1830906"/>
                  </a:lnTo>
                  <a:cubicBezTo>
                    <a:pt x="3187700" y="1948981"/>
                    <a:pt x="3091981" y="2044700"/>
                    <a:pt x="2973906" y="2044700"/>
                  </a:cubicBezTo>
                  <a:lnTo>
                    <a:pt x="213794" y="2044700"/>
                  </a:lnTo>
                  <a:cubicBezTo>
                    <a:pt x="95719" y="2044700"/>
                    <a:pt x="0" y="1948981"/>
                    <a:pt x="0" y="1830906"/>
                  </a:cubicBezTo>
                  <a:lnTo>
                    <a:pt x="0" y="1181100"/>
                  </a:lnTo>
                  <a:lnTo>
                    <a:pt x="0" y="213794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rgbClr val="94C0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5B4F31B0-C379-EB80-082B-B9A557A51808}"/>
                </a:ext>
              </a:extLst>
            </p:cNvPr>
            <p:cNvSpPr/>
            <p:nvPr/>
          </p:nvSpPr>
          <p:spPr>
            <a:xfrm>
              <a:off x="3770497" y="2583977"/>
              <a:ext cx="1574800" cy="461666"/>
            </a:xfrm>
            <a:custGeom>
              <a:avLst/>
              <a:gdLst>
                <a:gd name="csX0" fmla="*/ 255440 w 2543492"/>
                <a:gd name="csY0" fmla="*/ 0 h 636823"/>
                <a:gd name="csX1" fmla="*/ 2288052 w 2543492"/>
                <a:gd name="csY1" fmla="*/ 0 h 636823"/>
                <a:gd name="csX2" fmla="*/ 2543492 w 2543492"/>
                <a:gd name="csY2" fmla="*/ 636822 h 636823"/>
                <a:gd name="csX3" fmla="*/ 781888 w 2543492"/>
                <a:gd name="csY3" fmla="*/ 636822 h 636823"/>
                <a:gd name="csX4" fmla="*/ 781888 w 2543492"/>
                <a:gd name="csY4" fmla="*/ 636823 h 636823"/>
                <a:gd name="csX5" fmla="*/ 338086 w 2543492"/>
                <a:gd name="csY5" fmla="*/ 636823 h 636823"/>
                <a:gd name="csX6" fmla="*/ 187883 w 2543492"/>
                <a:gd name="csY6" fmla="*/ 636823 h 636823"/>
                <a:gd name="csX7" fmla="*/ 107950 w 2543492"/>
                <a:gd name="csY7" fmla="*/ 636823 h 636823"/>
                <a:gd name="csX8" fmla="*/ 3140 w 2543492"/>
                <a:gd name="csY8" fmla="*/ 636823 h 636823"/>
                <a:gd name="csX9" fmla="*/ 0 w 2543492"/>
                <a:gd name="csY9" fmla="*/ 636823 h 636823"/>
                <a:gd name="csX10" fmla="*/ 0 w 2543492"/>
                <a:gd name="csY10" fmla="*/ 636822 h 636823"/>
                <a:gd name="csX11" fmla="*/ 0 w 2543492"/>
                <a:gd name="csY11" fmla="*/ 390997 h 636823"/>
                <a:gd name="csX12" fmla="*/ 0 w 2543492"/>
                <a:gd name="csY12" fmla="*/ 374650 h 636823"/>
                <a:gd name="csX13" fmla="*/ 0 w 2543492"/>
                <a:gd name="csY13" fmla="*/ 245827 h 636823"/>
                <a:gd name="csX14" fmla="*/ 187883 w 2543492"/>
                <a:gd name="csY14" fmla="*/ 2 h 636823"/>
                <a:gd name="csX15" fmla="*/ 255440 w 2543492"/>
                <a:gd name="csY15" fmla="*/ 2 h 636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543492" h="636823">
                  <a:moveTo>
                    <a:pt x="255440" y="0"/>
                  </a:moveTo>
                  <a:lnTo>
                    <a:pt x="2288052" y="0"/>
                  </a:lnTo>
                  <a:lnTo>
                    <a:pt x="2543492" y="636822"/>
                  </a:lnTo>
                  <a:lnTo>
                    <a:pt x="781888" y="636822"/>
                  </a:lnTo>
                  <a:lnTo>
                    <a:pt x="781888" y="636823"/>
                  </a:lnTo>
                  <a:lnTo>
                    <a:pt x="338086" y="636823"/>
                  </a:lnTo>
                  <a:lnTo>
                    <a:pt x="187883" y="636823"/>
                  </a:lnTo>
                  <a:lnTo>
                    <a:pt x="107950" y="636823"/>
                  </a:lnTo>
                  <a:lnTo>
                    <a:pt x="3140" y="636823"/>
                  </a:lnTo>
                  <a:lnTo>
                    <a:pt x="0" y="636823"/>
                  </a:lnTo>
                  <a:lnTo>
                    <a:pt x="0" y="636822"/>
                  </a:lnTo>
                  <a:lnTo>
                    <a:pt x="0" y="390997"/>
                  </a:lnTo>
                  <a:lnTo>
                    <a:pt x="0" y="374650"/>
                  </a:lnTo>
                  <a:lnTo>
                    <a:pt x="0" y="245827"/>
                  </a:lnTo>
                  <a:cubicBezTo>
                    <a:pt x="0" y="110061"/>
                    <a:pt x="84118" y="2"/>
                    <a:pt x="187883" y="2"/>
                  </a:cubicBezTo>
                  <a:lnTo>
                    <a:pt x="255440" y="2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rgbClr val="94C0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A6AB5696-A233-6418-5D9A-4E7555F067AA}"/>
                </a:ext>
              </a:extLst>
            </p:cNvPr>
            <p:cNvSpPr txBox="1"/>
            <p:nvPr/>
          </p:nvSpPr>
          <p:spPr>
            <a:xfrm>
              <a:off x="3770496" y="2583978"/>
              <a:ext cx="13837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latin typeface="Arial" panose="020B0604020202020204" pitchFamily="34" charset="0"/>
                  <a:cs typeface="Arial" panose="020B0604020202020204" pitchFamily="34" charset="0"/>
                </a:rPr>
                <a:t>Backend</a:t>
              </a:r>
              <a:endParaRPr lang="zh-TW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0" name="Picture 4" descr="iT 邦幫忙::一起幫忙解決難題，拯救IT 人的一天">
              <a:extLst>
                <a:ext uri="{FF2B5EF4-FFF2-40B4-BE49-F238E27FC236}">
                  <a16:creationId xmlns:a16="http://schemas.microsoft.com/office/drawing/2014/main" id="{2711F779-A34D-B1C0-863C-7C41800377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3845" y="3221656"/>
              <a:ext cx="1698807" cy="891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846B7058-F2BB-1E54-0E83-35252B1AAC41}"/>
              </a:ext>
            </a:extLst>
          </p:cNvPr>
          <p:cNvGrpSpPr/>
          <p:nvPr/>
        </p:nvGrpSpPr>
        <p:grpSpPr>
          <a:xfrm>
            <a:off x="3485282" y="4829945"/>
            <a:ext cx="2187541" cy="1672086"/>
            <a:chOff x="3839478" y="4824333"/>
            <a:chExt cx="2187541" cy="1672086"/>
          </a:xfrm>
        </p:grpSpPr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635F6B16-FC8F-83C8-7E79-474D66084336}"/>
                </a:ext>
              </a:extLst>
            </p:cNvPr>
            <p:cNvSpPr/>
            <p:nvPr/>
          </p:nvSpPr>
          <p:spPr>
            <a:xfrm>
              <a:off x="3839478" y="5286000"/>
              <a:ext cx="2187541" cy="1210419"/>
            </a:xfrm>
            <a:custGeom>
              <a:avLst/>
              <a:gdLst>
                <a:gd name="csX0" fmla="*/ 0 w 3187700"/>
                <a:gd name="csY0" fmla="*/ 0 h 2044700"/>
                <a:gd name="csX1" fmla="*/ 213794 w 3187700"/>
                <a:gd name="csY1" fmla="*/ 0 h 2044700"/>
                <a:gd name="csX2" fmla="*/ 2374900 w 3187700"/>
                <a:gd name="csY2" fmla="*/ 0 h 2044700"/>
                <a:gd name="csX3" fmla="*/ 2973906 w 3187700"/>
                <a:gd name="csY3" fmla="*/ 0 h 2044700"/>
                <a:gd name="csX4" fmla="*/ 3187700 w 3187700"/>
                <a:gd name="csY4" fmla="*/ 213794 h 2044700"/>
                <a:gd name="csX5" fmla="*/ 3187700 w 3187700"/>
                <a:gd name="csY5" fmla="*/ 1830906 h 2044700"/>
                <a:gd name="csX6" fmla="*/ 2973906 w 3187700"/>
                <a:gd name="csY6" fmla="*/ 2044700 h 2044700"/>
                <a:gd name="csX7" fmla="*/ 213794 w 3187700"/>
                <a:gd name="csY7" fmla="*/ 2044700 h 2044700"/>
                <a:gd name="csX8" fmla="*/ 0 w 3187700"/>
                <a:gd name="csY8" fmla="*/ 1830906 h 2044700"/>
                <a:gd name="csX9" fmla="*/ 0 w 3187700"/>
                <a:gd name="csY9" fmla="*/ 1181100 h 2044700"/>
                <a:gd name="csX10" fmla="*/ 0 w 3187700"/>
                <a:gd name="csY10" fmla="*/ 213794 h 2044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187700" h="2044700">
                  <a:moveTo>
                    <a:pt x="0" y="0"/>
                  </a:moveTo>
                  <a:lnTo>
                    <a:pt x="213794" y="0"/>
                  </a:lnTo>
                  <a:lnTo>
                    <a:pt x="2374900" y="0"/>
                  </a:lnTo>
                  <a:lnTo>
                    <a:pt x="2973906" y="0"/>
                  </a:lnTo>
                  <a:cubicBezTo>
                    <a:pt x="3091981" y="0"/>
                    <a:pt x="3187700" y="95719"/>
                    <a:pt x="3187700" y="213794"/>
                  </a:cubicBezTo>
                  <a:lnTo>
                    <a:pt x="3187700" y="1830906"/>
                  </a:lnTo>
                  <a:cubicBezTo>
                    <a:pt x="3187700" y="1948981"/>
                    <a:pt x="3091981" y="2044700"/>
                    <a:pt x="2973906" y="2044700"/>
                  </a:cubicBezTo>
                  <a:lnTo>
                    <a:pt x="213794" y="2044700"/>
                  </a:lnTo>
                  <a:cubicBezTo>
                    <a:pt x="95719" y="2044700"/>
                    <a:pt x="0" y="1948981"/>
                    <a:pt x="0" y="1830906"/>
                  </a:cubicBezTo>
                  <a:lnTo>
                    <a:pt x="0" y="1181100"/>
                  </a:lnTo>
                  <a:lnTo>
                    <a:pt x="0" y="213794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rgbClr val="94C0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305D466E-5734-4C5B-0C2E-76365891EE8B}"/>
                </a:ext>
              </a:extLst>
            </p:cNvPr>
            <p:cNvSpPr/>
            <p:nvPr/>
          </p:nvSpPr>
          <p:spPr>
            <a:xfrm>
              <a:off x="3839478" y="4824333"/>
              <a:ext cx="1574800" cy="461666"/>
            </a:xfrm>
            <a:custGeom>
              <a:avLst/>
              <a:gdLst>
                <a:gd name="csX0" fmla="*/ 255440 w 2543492"/>
                <a:gd name="csY0" fmla="*/ 0 h 636823"/>
                <a:gd name="csX1" fmla="*/ 2288052 w 2543492"/>
                <a:gd name="csY1" fmla="*/ 0 h 636823"/>
                <a:gd name="csX2" fmla="*/ 2543492 w 2543492"/>
                <a:gd name="csY2" fmla="*/ 636822 h 636823"/>
                <a:gd name="csX3" fmla="*/ 781888 w 2543492"/>
                <a:gd name="csY3" fmla="*/ 636822 h 636823"/>
                <a:gd name="csX4" fmla="*/ 781888 w 2543492"/>
                <a:gd name="csY4" fmla="*/ 636823 h 636823"/>
                <a:gd name="csX5" fmla="*/ 338086 w 2543492"/>
                <a:gd name="csY5" fmla="*/ 636823 h 636823"/>
                <a:gd name="csX6" fmla="*/ 187883 w 2543492"/>
                <a:gd name="csY6" fmla="*/ 636823 h 636823"/>
                <a:gd name="csX7" fmla="*/ 107950 w 2543492"/>
                <a:gd name="csY7" fmla="*/ 636823 h 636823"/>
                <a:gd name="csX8" fmla="*/ 3140 w 2543492"/>
                <a:gd name="csY8" fmla="*/ 636823 h 636823"/>
                <a:gd name="csX9" fmla="*/ 0 w 2543492"/>
                <a:gd name="csY9" fmla="*/ 636823 h 636823"/>
                <a:gd name="csX10" fmla="*/ 0 w 2543492"/>
                <a:gd name="csY10" fmla="*/ 636822 h 636823"/>
                <a:gd name="csX11" fmla="*/ 0 w 2543492"/>
                <a:gd name="csY11" fmla="*/ 390997 h 636823"/>
                <a:gd name="csX12" fmla="*/ 0 w 2543492"/>
                <a:gd name="csY12" fmla="*/ 374650 h 636823"/>
                <a:gd name="csX13" fmla="*/ 0 w 2543492"/>
                <a:gd name="csY13" fmla="*/ 245827 h 636823"/>
                <a:gd name="csX14" fmla="*/ 187883 w 2543492"/>
                <a:gd name="csY14" fmla="*/ 2 h 636823"/>
                <a:gd name="csX15" fmla="*/ 255440 w 2543492"/>
                <a:gd name="csY15" fmla="*/ 2 h 636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543492" h="636823">
                  <a:moveTo>
                    <a:pt x="255440" y="0"/>
                  </a:moveTo>
                  <a:lnTo>
                    <a:pt x="2288052" y="0"/>
                  </a:lnTo>
                  <a:lnTo>
                    <a:pt x="2543492" y="636822"/>
                  </a:lnTo>
                  <a:lnTo>
                    <a:pt x="781888" y="636822"/>
                  </a:lnTo>
                  <a:lnTo>
                    <a:pt x="781888" y="636823"/>
                  </a:lnTo>
                  <a:lnTo>
                    <a:pt x="338086" y="636823"/>
                  </a:lnTo>
                  <a:lnTo>
                    <a:pt x="187883" y="636823"/>
                  </a:lnTo>
                  <a:lnTo>
                    <a:pt x="107950" y="636823"/>
                  </a:lnTo>
                  <a:lnTo>
                    <a:pt x="3140" y="636823"/>
                  </a:lnTo>
                  <a:lnTo>
                    <a:pt x="0" y="636823"/>
                  </a:lnTo>
                  <a:lnTo>
                    <a:pt x="0" y="636822"/>
                  </a:lnTo>
                  <a:lnTo>
                    <a:pt x="0" y="390997"/>
                  </a:lnTo>
                  <a:lnTo>
                    <a:pt x="0" y="374650"/>
                  </a:lnTo>
                  <a:lnTo>
                    <a:pt x="0" y="245827"/>
                  </a:lnTo>
                  <a:cubicBezTo>
                    <a:pt x="0" y="110061"/>
                    <a:pt x="84118" y="2"/>
                    <a:pt x="187883" y="2"/>
                  </a:cubicBezTo>
                  <a:lnTo>
                    <a:pt x="255440" y="2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rgbClr val="94C0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5D8076DD-86BF-7CC1-84A2-DA027B0BCB65}"/>
                </a:ext>
              </a:extLst>
            </p:cNvPr>
            <p:cNvSpPr txBox="1"/>
            <p:nvPr/>
          </p:nvSpPr>
          <p:spPr>
            <a:xfrm>
              <a:off x="3839479" y="4824334"/>
              <a:ext cx="1574799" cy="461665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Arial" panose="020B0604020202020204" pitchFamily="34" charset="0"/>
                  <a:cs typeface="Arial" panose="020B0604020202020204" pitchFamily="34" charset="0"/>
                </a:rPr>
                <a:t>Database</a:t>
              </a:r>
              <a:endParaRPr lang="zh-TW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2" name="Picture 8" descr="Hosted MySQL - Amazon RDS for MySQL - AWS">
              <a:extLst>
                <a:ext uri="{FF2B5EF4-FFF2-40B4-BE49-F238E27FC236}">
                  <a16:creationId xmlns:a16="http://schemas.microsoft.com/office/drawing/2014/main" id="{A3E7D9C3-0F63-EDB2-FAD8-40944BBA93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3106" b="98137" l="1603" r="97115">
                          <a14:foregroundMark x1="1603" y1="67702" x2="1603" y2="72050"/>
                          <a14:foregroundMark x1="39744" y1="78261" x2="39744" y2="81988"/>
                          <a14:foregroundMark x1="36218" y1="98137" x2="34615" y2="98137"/>
                          <a14:foregroundMark x1="45833" y1="67702" x2="45513" y2="71429"/>
                          <a14:foregroundMark x1="80449" y1="68944" x2="80449" y2="72050"/>
                          <a14:foregroundMark x1="69231" y1="27329" x2="69231" y2="27329"/>
                          <a14:foregroundMark x1="88141" y1="44720" x2="88141" y2="44720"/>
                          <a14:foregroundMark x1="66987" y1="3106" x2="66987" y2="3106"/>
                          <a14:foregroundMark x1="71154" y1="14286" x2="71154" y2="14286"/>
                          <a14:foregroundMark x1="92949" y1="60870" x2="92949" y2="60870"/>
                          <a14:foregroundMark x1="97115" y1="65839" x2="97115" y2="6583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2518" y="5457371"/>
              <a:ext cx="1681461" cy="8676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4827FC42-CB5F-F945-D9F7-FE73C50F15B5}"/>
              </a:ext>
            </a:extLst>
          </p:cNvPr>
          <p:cNvGrpSpPr/>
          <p:nvPr/>
        </p:nvGrpSpPr>
        <p:grpSpPr>
          <a:xfrm>
            <a:off x="7187200" y="2581829"/>
            <a:ext cx="3046568" cy="1705565"/>
            <a:chOff x="7541396" y="2576217"/>
            <a:chExt cx="3046568" cy="1705565"/>
          </a:xfrm>
        </p:grpSpPr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48D86FEE-4BF7-9EBF-3A34-CE6387EE7BC7}"/>
                </a:ext>
              </a:extLst>
            </p:cNvPr>
            <p:cNvSpPr/>
            <p:nvPr/>
          </p:nvSpPr>
          <p:spPr>
            <a:xfrm>
              <a:off x="7541396" y="2576217"/>
              <a:ext cx="725094" cy="461666"/>
            </a:xfrm>
            <a:custGeom>
              <a:avLst/>
              <a:gdLst>
                <a:gd name="csX0" fmla="*/ 158155 w 725094"/>
                <a:gd name="csY0" fmla="*/ 0 h 461666"/>
                <a:gd name="csX1" fmla="*/ 443194 w 725094"/>
                <a:gd name="csY1" fmla="*/ 0 h 461666"/>
                <a:gd name="csX2" fmla="*/ 447066 w 725094"/>
                <a:gd name="csY2" fmla="*/ 0 h 461666"/>
                <a:gd name="csX3" fmla="*/ 447066 w 725094"/>
                <a:gd name="csY3" fmla="*/ 1 h 461666"/>
                <a:gd name="csX4" fmla="*/ 566939 w 725094"/>
                <a:gd name="csY4" fmla="*/ 1 h 461666"/>
                <a:gd name="csX5" fmla="*/ 725094 w 725094"/>
                <a:gd name="csY5" fmla="*/ 461666 h 461666"/>
                <a:gd name="csX6" fmla="*/ 447066 w 725094"/>
                <a:gd name="csY6" fmla="*/ 461666 h 461666"/>
                <a:gd name="csX7" fmla="*/ 447066 w 725094"/>
                <a:gd name="csY7" fmla="*/ 461665 h 461666"/>
                <a:gd name="csX8" fmla="*/ 443194 w 725094"/>
                <a:gd name="csY8" fmla="*/ 461665 h 461666"/>
                <a:gd name="csX9" fmla="*/ 443194 w 725094"/>
                <a:gd name="csY9" fmla="*/ 461666 h 461666"/>
                <a:gd name="csX10" fmla="*/ 209326 w 725094"/>
                <a:gd name="csY10" fmla="*/ 461666 h 461666"/>
                <a:gd name="csX11" fmla="*/ 116328 w 725094"/>
                <a:gd name="csY11" fmla="*/ 461666 h 461666"/>
                <a:gd name="csX12" fmla="*/ 66837 w 725094"/>
                <a:gd name="csY12" fmla="*/ 461666 h 461666"/>
                <a:gd name="csX13" fmla="*/ 1944 w 725094"/>
                <a:gd name="csY13" fmla="*/ 461666 h 461666"/>
                <a:gd name="csX14" fmla="*/ 0 w 725094"/>
                <a:gd name="csY14" fmla="*/ 461666 h 461666"/>
                <a:gd name="csX15" fmla="*/ 0 w 725094"/>
                <a:gd name="csY15" fmla="*/ 461665 h 461666"/>
                <a:gd name="csX16" fmla="*/ 0 w 725094"/>
                <a:gd name="csY16" fmla="*/ 283454 h 461666"/>
                <a:gd name="csX17" fmla="*/ 0 w 725094"/>
                <a:gd name="csY17" fmla="*/ 271603 h 461666"/>
                <a:gd name="csX18" fmla="*/ 0 w 725094"/>
                <a:gd name="csY18" fmla="*/ 178213 h 461666"/>
                <a:gd name="csX19" fmla="*/ 116328 w 725094"/>
                <a:gd name="csY19" fmla="*/ 2 h 461666"/>
                <a:gd name="csX20" fmla="*/ 158155 w 725094"/>
                <a:gd name="csY20" fmla="*/ 2 h 4616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25094" h="461666">
                  <a:moveTo>
                    <a:pt x="158155" y="0"/>
                  </a:moveTo>
                  <a:lnTo>
                    <a:pt x="443194" y="0"/>
                  </a:lnTo>
                  <a:lnTo>
                    <a:pt x="447066" y="0"/>
                  </a:lnTo>
                  <a:lnTo>
                    <a:pt x="447066" y="1"/>
                  </a:lnTo>
                  <a:lnTo>
                    <a:pt x="566939" y="1"/>
                  </a:lnTo>
                  <a:lnTo>
                    <a:pt x="725094" y="461666"/>
                  </a:lnTo>
                  <a:lnTo>
                    <a:pt x="447066" y="461666"/>
                  </a:lnTo>
                  <a:lnTo>
                    <a:pt x="447066" y="461665"/>
                  </a:lnTo>
                  <a:lnTo>
                    <a:pt x="443194" y="461665"/>
                  </a:lnTo>
                  <a:lnTo>
                    <a:pt x="443194" y="461666"/>
                  </a:lnTo>
                  <a:lnTo>
                    <a:pt x="209326" y="461666"/>
                  </a:lnTo>
                  <a:lnTo>
                    <a:pt x="116328" y="461666"/>
                  </a:lnTo>
                  <a:lnTo>
                    <a:pt x="66837" y="461666"/>
                  </a:lnTo>
                  <a:lnTo>
                    <a:pt x="1944" y="461666"/>
                  </a:lnTo>
                  <a:lnTo>
                    <a:pt x="0" y="461666"/>
                  </a:lnTo>
                  <a:lnTo>
                    <a:pt x="0" y="461665"/>
                  </a:lnTo>
                  <a:lnTo>
                    <a:pt x="0" y="283454"/>
                  </a:lnTo>
                  <a:lnTo>
                    <a:pt x="0" y="271603"/>
                  </a:lnTo>
                  <a:lnTo>
                    <a:pt x="0" y="178213"/>
                  </a:lnTo>
                  <a:cubicBezTo>
                    <a:pt x="0" y="79789"/>
                    <a:pt x="52082" y="2"/>
                    <a:pt x="116328" y="2"/>
                  </a:cubicBezTo>
                  <a:lnTo>
                    <a:pt x="158155" y="2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rgbClr val="94C0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0B6EEF63-137C-4842-1488-642A39DDA4CE}"/>
                </a:ext>
              </a:extLst>
            </p:cNvPr>
            <p:cNvSpPr/>
            <p:nvPr/>
          </p:nvSpPr>
          <p:spPr>
            <a:xfrm>
              <a:off x="7541396" y="3037884"/>
              <a:ext cx="3046568" cy="1243898"/>
            </a:xfrm>
            <a:custGeom>
              <a:avLst/>
              <a:gdLst>
                <a:gd name="csX0" fmla="*/ 0 w 3187700"/>
                <a:gd name="csY0" fmla="*/ 0 h 2044700"/>
                <a:gd name="csX1" fmla="*/ 213794 w 3187700"/>
                <a:gd name="csY1" fmla="*/ 0 h 2044700"/>
                <a:gd name="csX2" fmla="*/ 2374900 w 3187700"/>
                <a:gd name="csY2" fmla="*/ 0 h 2044700"/>
                <a:gd name="csX3" fmla="*/ 2973906 w 3187700"/>
                <a:gd name="csY3" fmla="*/ 0 h 2044700"/>
                <a:gd name="csX4" fmla="*/ 3187700 w 3187700"/>
                <a:gd name="csY4" fmla="*/ 213794 h 2044700"/>
                <a:gd name="csX5" fmla="*/ 3187700 w 3187700"/>
                <a:gd name="csY5" fmla="*/ 1830906 h 2044700"/>
                <a:gd name="csX6" fmla="*/ 2973906 w 3187700"/>
                <a:gd name="csY6" fmla="*/ 2044700 h 2044700"/>
                <a:gd name="csX7" fmla="*/ 213794 w 3187700"/>
                <a:gd name="csY7" fmla="*/ 2044700 h 2044700"/>
                <a:gd name="csX8" fmla="*/ 0 w 3187700"/>
                <a:gd name="csY8" fmla="*/ 1830906 h 2044700"/>
                <a:gd name="csX9" fmla="*/ 0 w 3187700"/>
                <a:gd name="csY9" fmla="*/ 1181100 h 2044700"/>
                <a:gd name="csX10" fmla="*/ 0 w 3187700"/>
                <a:gd name="csY10" fmla="*/ 213794 h 2044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187700" h="2044700">
                  <a:moveTo>
                    <a:pt x="0" y="0"/>
                  </a:moveTo>
                  <a:lnTo>
                    <a:pt x="213794" y="0"/>
                  </a:lnTo>
                  <a:lnTo>
                    <a:pt x="2374900" y="0"/>
                  </a:lnTo>
                  <a:lnTo>
                    <a:pt x="2973906" y="0"/>
                  </a:lnTo>
                  <a:cubicBezTo>
                    <a:pt x="3091981" y="0"/>
                    <a:pt x="3187700" y="95719"/>
                    <a:pt x="3187700" y="213794"/>
                  </a:cubicBezTo>
                  <a:lnTo>
                    <a:pt x="3187700" y="1830906"/>
                  </a:lnTo>
                  <a:cubicBezTo>
                    <a:pt x="3187700" y="1948981"/>
                    <a:pt x="3091981" y="2044700"/>
                    <a:pt x="2973906" y="2044700"/>
                  </a:cubicBezTo>
                  <a:lnTo>
                    <a:pt x="213794" y="2044700"/>
                  </a:lnTo>
                  <a:cubicBezTo>
                    <a:pt x="95719" y="2044700"/>
                    <a:pt x="0" y="1948981"/>
                    <a:pt x="0" y="1830906"/>
                  </a:cubicBezTo>
                  <a:lnTo>
                    <a:pt x="0" y="1181100"/>
                  </a:lnTo>
                  <a:lnTo>
                    <a:pt x="0" y="213794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rgbClr val="94C0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A27F1624-F53C-6FA9-A53B-E03707ED2AEC}"/>
                </a:ext>
              </a:extLst>
            </p:cNvPr>
            <p:cNvSpPr txBox="1"/>
            <p:nvPr/>
          </p:nvSpPr>
          <p:spPr>
            <a:xfrm>
              <a:off x="7608865" y="2576218"/>
              <a:ext cx="4748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latin typeface="Arial" panose="020B0604020202020204" pitchFamily="34" charset="0"/>
                  <a:cs typeface="Arial" panose="020B0604020202020204" pitchFamily="34" charset="0"/>
                </a:rPr>
                <a:t>AI</a:t>
              </a:r>
              <a:endParaRPr lang="zh-TW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26" name="Picture 2" descr="Google AI Studio Logo PNG HD Download With Transparent Background | PNGHDPro">
              <a:extLst>
                <a:ext uri="{FF2B5EF4-FFF2-40B4-BE49-F238E27FC236}">
                  <a16:creationId xmlns:a16="http://schemas.microsoft.com/office/drawing/2014/main" id="{F63D21A1-CDD3-89B9-5B30-2B5B70F8DB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365" b="40365"/>
            <a:stretch>
              <a:fillRect/>
            </a:stretch>
          </p:blipFill>
          <p:spPr bwMode="auto">
            <a:xfrm>
              <a:off x="7693833" y="3395668"/>
              <a:ext cx="2741694" cy="528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F663FAD8-D6B7-3BF1-B66B-EA1717A9AC2E}"/>
              </a:ext>
            </a:extLst>
          </p:cNvPr>
          <p:cNvCxnSpPr>
            <a:cxnSpLocks/>
          </p:cNvCxnSpPr>
          <p:nvPr/>
        </p:nvCxnSpPr>
        <p:spPr>
          <a:xfrm flipH="1">
            <a:off x="5183004" y="1847112"/>
            <a:ext cx="872150" cy="13801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F3B326B0-652C-756E-C43D-3D178D6D6EBA}"/>
              </a:ext>
            </a:extLst>
          </p:cNvPr>
          <p:cNvCxnSpPr>
            <a:cxnSpLocks/>
          </p:cNvCxnSpPr>
          <p:nvPr/>
        </p:nvCxnSpPr>
        <p:spPr>
          <a:xfrm>
            <a:off x="7254669" y="1847112"/>
            <a:ext cx="1052535" cy="13801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73503FE9-EC39-5CF9-7596-C3585E742C18}"/>
              </a:ext>
            </a:extLst>
          </p:cNvPr>
          <p:cNvCxnSpPr>
            <a:cxnSpLocks/>
          </p:cNvCxnSpPr>
          <p:nvPr/>
        </p:nvCxnSpPr>
        <p:spPr>
          <a:xfrm>
            <a:off x="4989219" y="4119142"/>
            <a:ext cx="0" cy="13438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858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5E02-5770-8A13-A96D-76072483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EAEA780-7392-2313-198D-01942DD1DD12}"/>
              </a:ext>
            </a:extLst>
          </p:cNvPr>
          <p:cNvSpPr/>
          <p:nvPr/>
        </p:nvSpPr>
        <p:spPr>
          <a:xfrm rot="2814465">
            <a:off x="4813466" y="1161287"/>
            <a:ext cx="4844890" cy="9729109"/>
          </a:xfrm>
          <a:prstGeom prst="roundRect">
            <a:avLst/>
          </a:prstGeom>
          <a:solidFill>
            <a:srgbClr val="94C0E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E08E5908-5380-2242-FBB3-AFD536A6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</a:t>
            </a:r>
            <a:r>
              <a:rPr lang="zh-TW" altLang="en-US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A13770E0-E64A-8F67-719D-CE74FE9D77DD}"/>
              </a:ext>
            </a:extLst>
          </p:cNvPr>
          <p:cNvCxnSpPr>
            <a:cxnSpLocks/>
          </p:cNvCxnSpPr>
          <p:nvPr/>
        </p:nvCxnSpPr>
        <p:spPr>
          <a:xfrm>
            <a:off x="0" y="1495056"/>
            <a:ext cx="3416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圖片 13" descr="一張含有 文字, 圖表, 行, 螢幕擷取畫面 的圖片&#10;&#10;AI 產生的內容可能不正確。">
            <a:extLst>
              <a:ext uri="{FF2B5EF4-FFF2-40B4-BE49-F238E27FC236}">
                <a16:creationId xmlns:a16="http://schemas.microsoft.com/office/drawing/2014/main" id="{4D6906FD-6C4B-8203-78ED-AB8D4E9F2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00" y="128587"/>
            <a:ext cx="4038600" cy="660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3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79611-4530-7C9C-9BC5-CEAC74FA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8E0E4F3-B88B-96DA-4448-479C8AF7DC54}"/>
              </a:ext>
            </a:extLst>
          </p:cNvPr>
          <p:cNvSpPr/>
          <p:nvPr/>
        </p:nvSpPr>
        <p:spPr>
          <a:xfrm rot="2814465">
            <a:off x="8648596" y="-628218"/>
            <a:ext cx="4575890" cy="4646099"/>
          </a:xfrm>
          <a:prstGeom prst="roundRect">
            <a:avLst/>
          </a:prstGeom>
          <a:solidFill>
            <a:srgbClr val="94C0E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B11D2A1C-A8DB-EBA9-B8C8-7BBCC9660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312" y="543532"/>
            <a:ext cx="4926669" cy="5770936"/>
          </a:xfrm>
          <a:prstGeom prst="rect">
            <a:avLst/>
          </a:prstGeom>
        </p:spPr>
      </p:pic>
      <p:sp>
        <p:nvSpPr>
          <p:cNvPr id="6" name="標題 4">
            <a:extLst>
              <a:ext uri="{FF2B5EF4-FFF2-40B4-BE49-F238E27FC236}">
                <a16:creationId xmlns:a16="http://schemas.microsoft.com/office/drawing/2014/main" id="{B092A422-F3C4-01C8-BF0A-E237DC2D362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前端</a:t>
            </a:r>
            <a:r>
              <a:rPr lang="zh-TW" altLang="en-US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3E752E8-0035-B15D-9784-2930B428E536}"/>
              </a:ext>
            </a:extLst>
          </p:cNvPr>
          <p:cNvCxnSpPr>
            <a:cxnSpLocks/>
          </p:cNvCxnSpPr>
          <p:nvPr/>
        </p:nvCxnSpPr>
        <p:spPr>
          <a:xfrm>
            <a:off x="8775700" y="1495056"/>
            <a:ext cx="3416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773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8608C-3FD2-F3CE-8066-904543CE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619420-D10C-B122-CACF-0FFFF8B0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2970213"/>
            <a:ext cx="4146550" cy="917575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成果</a:t>
            </a:r>
            <a:r>
              <a:rPr lang="en-US" altLang="zh-TW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Demo</a:t>
            </a:r>
            <a:endParaRPr lang="zh-TW" altLang="en-US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64E889F-8870-6776-FA1A-916052D20FC6}"/>
              </a:ext>
            </a:extLst>
          </p:cNvPr>
          <p:cNvSpPr/>
          <p:nvPr/>
        </p:nvSpPr>
        <p:spPr>
          <a:xfrm rot="2814465">
            <a:off x="11278625" y="791125"/>
            <a:ext cx="1903080" cy="3436868"/>
          </a:xfrm>
          <a:prstGeom prst="roundRect">
            <a:avLst/>
          </a:prstGeom>
          <a:solidFill>
            <a:srgbClr val="D5E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E4872DD-BC05-FBB6-AF20-B949D969A348}"/>
              </a:ext>
            </a:extLst>
          </p:cNvPr>
          <p:cNvSpPr/>
          <p:nvPr/>
        </p:nvSpPr>
        <p:spPr>
          <a:xfrm rot="2814465">
            <a:off x="2410638" y="4803881"/>
            <a:ext cx="1372266" cy="3335761"/>
          </a:xfrm>
          <a:prstGeom prst="roundRect">
            <a:avLst/>
          </a:prstGeom>
          <a:solidFill>
            <a:srgbClr val="D5E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E41FBFA-8457-0C43-AD9F-6E041B7E12B1}"/>
              </a:ext>
            </a:extLst>
          </p:cNvPr>
          <p:cNvSpPr/>
          <p:nvPr/>
        </p:nvSpPr>
        <p:spPr>
          <a:xfrm rot="2814465">
            <a:off x="5835543" y="2517210"/>
            <a:ext cx="3590446" cy="7216987"/>
          </a:xfrm>
          <a:prstGeom prst="roundRect">
            <a:avLst/>
          </a:prstGeom>
          <a:solidFill>
            <a:srgbClr val="94C0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E72C1B34-28B7-2551-06D9-DFE5890B6830}"/>
              </a:ext>
            </a:extLst>
          </p:cNvPr>
          <p:cNvGrpSpPr/>
          <p:nvPr/>
        </p:nvGrpSpPr>
        <p:grpSpPr>
          <a:xfrm>
            <a:off x="7426290" y="3564475"/>
            <a:ext cx="2902461" cy="2871738"/>
            <a:chOff x="7426290" y="3564475"/>
            <a:chExt cx="2902461" cy="287173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C07602F-C6A7-97FB-0882-D9B4EC3F9D1D}"/>
                </a:ext>
              </a:extLst>
            </p:cNvPr>
            <p:cNvSpPr/>
            <p:nvPr/>
          </p:nvSpPr>
          <p:spPr>
            <a:xfrm rot="2775893">
              <a:off x="7441652" y="3564475"/>
              <a:ext cx="2871738" cy="28717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5" name="圖片 24" descr="一張含有 文字, 字型, 圖形, 平面設計 的圖片&#10;&#10;AI 產生的內容可能不正確。">
              <a:extLst>
                <a:ext uri="{FF2B5EF4-FFF2-40B4-BE49-F238E27FC236}">
                  <a16:creationId xmlns:a16="http://schemas.microsoft.com/office/drawing/2014/main" id="{CF1A0C7F-EF1A-6447-D81D-8FF7BCACD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244" b="14865"/>
            <a:stretch>
              <a:fillRect/>
            </a:stretch>
          </p:blipFill>
          <p:spPr>
            <a:xfrm>
              <a:off x="7426290" y="4029588"/>
              <a:ext cx="2902461" cy="1941512"/>
            </a:xfrm>
            <a:custGeom>
              <a:avLst/>
              <a:gdLst>
                <a:gd name="csX0" fmla="*/ 1063413 w 2505951"/>
                <a:gd name="csY0" fmla="*/ 0 h 1676279"/>
                <a:gd name="csX1" fmla="*/ 1689114 w 2505951"/>
                <a:gd name="csY1" fmla="*/ 0 h 1676279"/>
                <a:gd name="csX2" fmla="*/ 2505951 w 2505951"/>
                <a:gd name="csY2" fmla="*/ 754310 h 1676279"/>
                <a:gd name="csX3" fmla="*/ 2505951 w 2505951"/>
                <a:gd name="csY3" fmla="*/ 975330 h 1676279"/>
                <a:gd name="csX4" fmla="*/ 1549343 w 2505951"/>
                <a:gd name="csY4" fmla="*/ 1676279 h 1676279"/>
                <a:gd name="csX5" fmla="*/ 802862 w 2505951"/>
                <a:gd name="csY5" fmla="*/ 1676279 h 1676279"/>
                <a:gd name="csX6" fmla="*/ 0 w 2505951"/>
                <a:gd name="csY6" fmla="*/ 934875 h 1676279"/>
                <a:gd name="csX7" fmla="*/ 0 w 2505951"/>
                <a:gd name="csY7" fmla="*/ 779210 h 16762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05951" h="1676279">
                  <a:moveTo>
                    <a:pt x="1063413" y="0"/>
                  </a:moveTo>
                  <a:lnTo>
                    <a:pt x="1689114" y="0"/>
                  </a:lnTo>
                  <a:lnTo>
                    <a:pt x="2505951" y="754310"/>
                  </a:lnTo>
                  <a:lnTo>
                    <a:pt x="2505951" y="975330"/>
                  </a:lnTo>
                  <a:lnTo>
                    <a:pt x="1549343" y="1676279"/>
                  </a:lnTo>
                  <a:lnTo>
                    <a:pt x="802862" y="1676279"/>
                  </a:lnTo>
                  <a:lnTo>
                    <a:pt x="0" y="934875"/>
                  </a:lnTo>
                  <a:lnTo>
                    <a:pt x="0" y="779210"/>
                  </a:lnTo>
                  <a:close/>
                </a:path>
              </a:pathLst>
            </a:custGeom>
          </p:spPr>
        </p:pic>
      </p:grp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2A3B5C3C-155E-D9D3-E44B-3E97E75C9E21}"/>
              </a:ext>
            </a:extLst>
          </p:cNvPr>
          <p:cNvSpPr/>
          <p:nvPr/>
        </p:nvSpPr>
        <p:spPr>
          <a:xfrm rot="2814465">
            <a:off x="11400554" y="4734008"/>
            <a:ext cx="2141051" cy="2278855"/>
          </a:xfrm>
          <a:prstGeom prst="round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422512E9-62BC-AA28-FFDF-F37D24E084D6}"/>
              </a:ext>
            </a:extLst>
          </p:cNvPr>
          <p:cNvSpPr/>
          <p:nvPr/>
        </p:nvSpPr>
        <p:spPr>
          <a:xfrm rot="2814465">
            <a:off x="393827" y="-1600867"/>
            <a:ext cx="1794819" cy="2900031"/>
          </a:xfrm>
          <a:prstGeom prst="roundRect">
            <a:avLst/>
          </a:prstGeom>
          <a:solidFill>
            <a:srgbClr val="94C0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7157FC9E-2012-5540-BD79-3CB504EE6303}"/>
              </a:ext>
            </a:extLst>
          </p:cNvPr>
          <p:cNvSpPr/>
          <p:nvPr/>
        </p:nvSpPr>
        <p:spPr>
          <a:xfrm rot="2814465">
            <a:off x="7155167" y="-1539542"/>
            <a:ext cx="2084721" cy="3347837"/>
          </a:xfrm>
          <a:prstGeom prst="roundRect">
            <a:avLst/>
          </a:prstGeom>
          <a:solidFill>
            <a:srgbClr val="94C0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0F28AC6-6FCA-5F1C-09D6-5267597366C5}"/>
              </a:ext>
            </a:extLst>
          </p:cNvPr>
          <p:cNvSpPr/>
          <p:nvPr/>
        </p:nvSpPr>
        <p:spPr>
          <a:xfrm rot="2814465">
            <a:off x="10404739" y="-908428"/>
            <a:ext cx="1709891" cy="2710655"/>
          </a:xfrm>
          <a:prstGeom prst="round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2031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橢圓 14">
            <a:extLst>
              <a:ext uri="{FF2B5EF4-FFF2-40B4-BE49-F238E27FC236}">
                <a16:creationId xmlns:a16="http://schemas.microsoft.com/office/drawing/2014/main" id="{B21E35CD-CEB3-A6A3-E0B9-2A15A9120FDF}"/>
              </a:ext>
            </a:extLst>
          </p:cNvPr>
          <p:cNvSpPr/>
          <p:nvPr/>
        </p:nvSpPr>
        <p:spPr>
          <a:xfrm>
            <a:off x="4994910" y="-1386677"/>
            <a:ext cx="8697411" cy="6009526"/>
          </a:xfrm>
          <a:prstGeom prst="ellipse">
            <a:avLst/>
          </a:prstGeom>
          <a:solidFill>
            <a:schemeClr val="bg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60CE2BF-C267-0AD0-4351-FE83DF8BBCE8}"/>
              </a:ext>
            </a:extLst>
          </p:cNvPr>
          <p:cNvSpPr/>
          <p:nvPr/>
        </p:nvSpPr>
        <p:spPr>
          <a:xfrm>
            <a:off x="1965960" y="1495056"/>
            <a:ext cx="6435089" cy="4546644"/>
          </a:xfrm>
          <a:prstGeom prst="ellipse">
            <a:avLst/>
          </a:prstGeom>
          <a:solidFill>
            <a:srgbClr val="94C0E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4">
            <a:extLst>
              <a:ext uri="{FF2B5EF4-FFF2-40B4-BE49-F238E27FC236}">
                <a16:creationId xmlns:a16="http://schemas.microsoft.com/office/drawing/2014/main" id="{818EFBD7-0392-C444-E217-617A699ABE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</a:t>
            </a:r>
            <a:r>
              <a:rPr lang="zh-TW" altLang="en-US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展望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01596CC8-EE7E-3D1F-05F4-A90426168DC0}"/>
              </a:ext>
            </a:extLst>
          </p:cNvPr>
          <p:cNvCxnSpPr>
            <a:cxnSpLocks/>
          </p:cNvCxnSpPr>
          <p:nvPr/>
        </p:nvCxnSpPr>
        <p:spPr>
          <a:xfrm>
            <a:off x="8775700" y="1495056"/>
            <a:ext cx="34163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A3D3B98-BC32-CDC8-319E-D2B5D3BCD8EF}"/>
              </a:ext>
            </a:extLst>
          </p:cNvPr>
          <p:cNvSpPr/>
          <p:nvPr/>
        </p:nvSpPr>
        <p:spPr>
          <a:xfrm>
            <a:off x="4295491" y="890588"/>
            <a:ext cx="3131820" cy="1600200"/>
          </a:xfrm>
          <a:prstGeom prst="roundRect">
            <a:avLst/>
          </a:prstGeom>
          <a:solidFill>
            <a:srgbClr val="94C0E8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功能拓展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6B42A4E-583E-B866-EA71-6972078268A3}"/>
              </a:ext>
            </a:extLst>
          </p:cNvPr>
          <p:cNvSpPr/>
          <p:nvPr/>
        </p:nvSpPr>
        <p:spPr>
          <a:xfrm>
            <a:off x="5968648" y="4488729"/>
            <a:ext cx="3131820" cy="1600200"/>
          </a:xfrm>
          <a:prstGeom prst="roundRect">
            <a:avLst/>
          </a:prstGeom>
          <a:solidFill>
            <a:srgbClr val="94C0E8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流量負載測試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157CD22-0F8E-14CE-F692-2B1BBC5FB635}"/>
              </a:ext>
            </a:extLst>
          </p:cNvPr>
          <p:cNvSpPr/>
          <p:nvPr/>
        </p:nvSpPr>
        <p:spPr>
          <a:xfrm>
            <a:off x="784049" y="3273792"/>
            <a:ext cx="3131820" cy="1600200"/>
          </a:xfrm>
          <a:prstGeom prst="roundRect">
            <a:avLst/>
          </a:prstGeom>
          <a:solidFill>
            <a:srgbClr val="94C0E8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互動體驗深化</a:t>
            </a:r>
          </a:p>
        </p:txBody>
      </p:sp>
    </p:spTree>
    <p:extLst>
      <p:ext uri="{BB962C8B-B14F-4D97-AF65-F5344CB8AC3E}">
        <p14:creationId xmlns:p14="http://schemas.microsoft.com/office/powerpoint/2010/main" val="2746993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圓角 8">
            <a:extLst>
              <a:ext uri="{FF2B5EF4-FFF2-40B4-BE49-F238E27FC236}">
                <a16:creationId xmlns:a16="http://schemas.microsoft.com/office/drawing/2014/main" id="{78F978B1-039A-955E-D746-BE2DF06D2E18}"/>
              </a:ext>
            </a:extLst>
          </p:cNvPr>
          <p:cNvSpPr/>
          <p:nvPr/>
        </p:nvSpPr>
        <p:spPr>
          <a:xfrm>
            <a:off x="4806015" y="2655560"/>
            <a:ext cx="2489200" cy="622300"/>
          </a:xfrm>
          <a:prstGeom prst="roundRect">
            <a:avLst>
              <a:gd name="adj" fmla="val 50000"/>
            </a:avLst>
          </a:prstGeom>
          <a:solidFill>
            <a:srgbClr val="94C0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A181062-1B1A-6B68-398D-D08EEDCA244D}"/>
              </a:ext>
            </a:extLst>
          </p:cNvPr>
          <p:cNvSpPr/>
          <p:nvPr/>
        </p:nvSpPr>
        <p:spPr>
          <a:xfrm rot="2814465">
            <a:off x="9877829" y="-2779995"/>
            <a:ext cx="2939243" cy="6921461"/>
          </a:xfrm>
          <a:prstGeom prst="roundRect">
            <a:avLst/>
          </a:prstGeom>
          <a:solidFill>
            <a:srgbClr val="D5E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789E545-978B-C0CE-05B0-9BFB8399083C}"/>
              </a:ext>
            </a:extLst>
          </p:cNvPr>
          <p:cNvSpPr/>
          <p:nvPr/>
        </p:nvSpPr>
        <p:spPr>
          <a:xfrm rot="2814465">
            <a:off x="-715842" y="2811481"/>
            <a:ext cx="2939243" cy="6921461"/>
          </a:xfrm>
          <a:prstGeom prst="roundRect">
            <a:avLst/>
          </a:prstGeom>
          <a:solidFill>
            <a:srgbClr val="D5E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5D6BE82-859E-0B40-0210-D39BE0B48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>
                <a:solidFill>
                  <a:srgbClr val="215F9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THANK YOU</a:t>
            </a:r>
            <a:endParaRPr lang="zh-TW" altLang="en-US" b="1" dirty="0">
              <a:solidFill>
                <a:srgbClr val="215F9A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A410E3E-4CC1-DCBB-FC50-FFB62BA36373}"/>
              </a:ext>
            </a:extLst>
          </p:cNvPr>
          <p:cNvSpPr txBox="1"/>
          <p:nvPr/>
        </p:nvSpPr>
        <p:spPr>
          <a:xfrm>
            <a:off x="4926449" y="27051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虛擬展會平台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15914A4-1D30-AAFF-1D22-866D18F6D301}"/>
              </a:ext>
            </a:extLst>
          </p:cNvPr>
          <p:cNvSpPr/>
          <p:nvPr/>
        </p:nvSpPr>
        <p:spPr>
          <a:xfrm rot="2814465">
            <a:off x="11593655" y="-680050"/>
            <a:ext cx="2124279" cy="4779818"/>
          </a:xfrm>
          <a:prstGeom prst="roundRect">
            <a:avLst/>
          </a:prstGeom>
          <a:solidFill>
            <a:srgbClr val="94C0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0F843CF-ED9A-769C-AA69-99071EBD3B14}"/>
              </a:ext>
            </a:extLst>
          </p:cNvPr>
          <p:cNvSpPr/>
          <p:nvPr/>
        </p:nvSpPr>
        <p:spPr>
          <a:xfrm rot="2814465">
            <a:off x="-1594880" y="2650767"/>
            <a:ext cx="2124279" cy="4779818"/>
          </a:xfrm>
          <a:prstGeom prst="roundRect">
            <a:avLst/>
          </a:prstGeom>
          <a:solidFill>
            <a:srgbClr val="94C0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92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135</Words>
  <Application>Microsoft Office PowerPoint</Application>
  <PresentationFormat>寬螢幕</PresentationFormat>
  <Paragraphs>54</Paragraphs>
  <Slides>14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微軟正黑體</vt:lpstr>
      <vt:lpstr>Aptos</vt:lpstr>
      <vt:lpstr>Aptos Display</vt:lpstr>
      <vt:lpstr>Arial</vt:lpstr>
      <vt:lpstr>Office 佈景主題</vt:lpstr>
      <vt:lpstr>D4 虛擬展會平台</vt:lpstr>
      <vt:lpstr>大綱</vt:lpstr>
      <vt:lpstr>研究動機</vt:lpstr>
      <vt:lpstr>研究動機</vt:lpstr>
      <vt:lpstr>研究流程</vt:lpstr>
      <vt:lpstr>系統 設計</vt:lpstr>
      <vt:lpstr>系統 設計</vt:lpstr>
      <vt:lpstr>系統 設計</vt:lpstr>
      <vt:lpstr>系統架構</vt:lpstr>
      <vt:lpstr>後端架構</vt:lpstr>
      <vt:lpstr>PowerPoint 簡報</vt:lpstr>
      <vt:lpstr>成果Demo</vt:lpstr>
      <vt:lpstr>PowerPoint 簡報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曾予菲</dc:creator>
  <cp:lastModifiedBy>曾予菲</cp:lastModifiedBy>
  <cp:revision>17</cp:revision>
  <dcterms:created xsi:type="dcterms:W3CDTF">2025-12-09T05:06:02Z</dcterms:created>
  <dcterms:modified xsi:type="dcterms:W3CDTF">2025-12-16T14:29:42Z</dcterms:modified>
</cp:coreProperties>
</file>